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3227618736c5438a" Type="http://schemas.openxmlformats.org/officeDocument/2006/relationships/extended-properties" Target="docProps/app.xml"/><Relationship Id="Rb0f0b002546343cd" Type="http://schemas.openxmlformats.org/package/2006/relationships/metadata/core-properties" Target="docProps/core.xml"/><Relationship Id="Rbd4e6c0b535e4b78"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eed56455032f4892"/>
  </p:sldMasterIdLst>
  <p:notesMasterIdLst>
    <p:notesMasterId xmlns:r="http://schemas.openxmlformats.org/officeDocument/2006/relationships" r:id="R48c5d6b1218b42ab"/>
  </p:notesMasterIdLst>
  <p:sldIdLst>
    <p:sldId xmlns:r="http://schemas.openxmlformats.org/officeDocument/2006/relationships" id="256" r:id="R881b8664fb36484f"/>
    <p:sldId xmlns:r="http://schemas.openxmlformats.org/officeDocument/2006/relationships" id="257" r:id="R2d0b2fc8314b4165"/>
    <p:sldId xmlns:r="http://schemas.openxmlformats.org/officeDocument/2006/relationships" id="258" r:id="R486dc5632d9e4bec"/>
    <p:sldId xmlns:r="http://schemas.openxmlformats.org/officeDocument/2006/relationships" id="259" r:id="R0f90724dfb5c4d9c"/>
    <p:sldId xmlns:r="http://schemas.openxmlformats.org/officeDocument/2006/relationships" id="260" r:id="R744b95f7c25f4a7d"/>
    <p:sldId xmlns:r="http://schemas.openxmlformats.org/officeDocument/2006/relationships" id="261" r:id="R0594f9d89a5e4df4"/>
    <p:sldId xmlns:r="http://schemas.openxmlformats.org/officeDocument/2006/relationships" id="262" r:id="R2504daac8bef4a3b"/>
    <p:sldId xmlns:r="http://schemas.openxmlformats.org/officeDocument/2006/relationships" id="263" r:id="Rfd4f74fe72f14faa"/>
    <p:sldId xmlns:r="http://schemas.openxmlformats.org/officeDocument/2006/relationships" id="264" r:id="Rd7a2b093b2a94997"/>
    <p:sldId xmlns:r="http://schemas.openxmlformats.org/officeDocument/2006/relationships" id="265" r:id="R8060f8e7c5b04b8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594f9d89a5e4df4" Type="http://schemas.openxmlformats.org/officeDocument/2006/relationships/slide" Target="slides/slide6.xml"/><Relationship Id="R0f90724dfb5c4d9c" Type="http://schemas.openxmlformats.org/officeDocument/2006/relationships/slide" Target="slides/slide4.xml"/><Relationship Id="R2504daac8bef4a3b" Type="http://schemas.openxmlformats.org/officeDocument/2006/relationships/slide" Target="slides/slide7.xml"/><Relationship Id="R2d0b2fc8314b4165" Type="http://schemas.openxmlformats.org/officeDocument/2006/relationships/slide" Target="slides/slide2.xml"/><Relationship Id="R448dd4c941474f4e" Type="http://schemas.openxmlformats.org/officeDocument/2006/relationships/tableStyles" Target="tableStyles.xml"/><Relationship Id="R486dc5632d9e4bec" Type="http://schemas.openxmlformats.org/officeDocument/2006/relationships/slide" Target="slides/slide3.xml"/><Relationship Id="R48c5d6b1218b42ab" Type="http://schemas.openxmlformats.org/officeDocument/2006/relationships/notesMaster" Target="notesMasters/notesMaster1.xml"/><Relationship Id="R744b95f7c25f4a7d" Type="http://schemas.openxmlformats.org/officeDocument/2006/relationships/slide" Target="slides/slide5.xml"/><Relationship Id="R7ffbd955a86f4329" Type="http://schemas.openxmlformats.org/officeDocument/2006/relationships/presProps" Target="presProps.xml"/><Relationship Id="R8060f8e7c5b04b80" Type="http://schemas.openxmlformats.org/officeDocument/2006/relationships/slide" Target="slides/slide10.xml"/><Relationship Id="R881b8664fb36484f" Type="http://schemas.openxmlformats.org/officeDocument/2006/relationships/slide" Target="slides/slide1.xml"/><Relationship Id="Rbbdb738bf28f48cf" Type="http://schemas.openxmlformats.org/officeDocument/2006/relationships/theme" Target="theme/theme1.xml"/><Relationship Id="Rd7a2b093b2a94997" Type="http://schemas.openxmlformats.org/officeDocument/2006/relationships/slide" Target="slides/slide9.xml"/><Relationship Id="Reed56455032f4892" Type="http://schemas.openxmlformats.org/officeDocument/2006/relationships/slideMaster" Target="slideMasters/slideMaster1.xml"/><Relationship Id="Rfd4f74fe72f14faa"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f03ca22e8994473c"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64332de8b54e4241" Type="http://schemas.openxmlformats.org/officeDocument/2006/relationships/slide" Target="../slides/slide1.xml"/><Relationship Id="Rd596dbc4bb724e0f"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ae97aae684954614" Type="http://schemas.openxmlformats.org/officeDocument/2006/relationships/slide" Target="../slides/slide2.xml"/><Relationship Id="Rbf2c421316d44b80"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8b0b2a95f6f84c50" Type="http://schemas.openxmlformats.org/officeDocument/2006/relationships/notesMaster" Target="../notesMasters/notesMaster1.xml"/><Relationship Id="Rcd4bdfab582a4906"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5e4063e1166c4302" Type="http://schemas.openxmlformats.org/officeDocument/2006/relationships/slide" Target="../slides/slide4.xml"/><Relationship Id="Rd10af5c0a5a345c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457c71db5210466a" Type="http://schemas.openxmlformats.org/officeDocument/2006/relationships/slide" Target="../slides/slide5.xml"/><Relationship Id="Rb58b446b27a64afa"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1b4c3ed5c07143f3" Type="http://schemas.openxmlformats.org/officeDocument/2006/relationships/slide" Target="../slides/slide6.xml"/><Relationship Id="R9fe5a0d4bce44a19"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6dd613055d04ca4" Type="http://schemas.openxmlformats.org/officeDocument/2006/relationships/slide" Target="../slides/slide7.xml"/><Relationship Id="R912cf4b3064b45bf"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0b7bff321d64429e" Type="http://schemas.openxmlformats.org/officeDocument/2006/relationships/notesMaster" Target="../notesMasters/notesMaster1.xml"/><Relationship Id="R7f57b29b14f04355"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1322099b525646fd" Type="http://schemas.openxmlformats.org/officeDocument/2006/relationships/notesMaster" Target="../notesMasters/notesMaster1.xml"/><Relationship Id="Rfcc69672f58945c8"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a4801012177b47a9" Type="http://schemas.openxmlformats.org/officeDocument/2006/relationships/slide" Target="../slides/slide10.xml"/><Relationship Id="Rcee420d6d81e434d"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01 — O que você precisa ter ou saber antes de começar</a:t>
            </a:r>
          </a:p>
          <a:p xmlns:a="http://schemas.openxmlformats.org/drawingml/2006/main">
            <a:r>
              <a:t/>
            </a:r>
          </a:p>
          <a:p xmlns:a="http://schemas.openxmlformats.org/drawingml/2006/main">
            <a:r>
              <a:t>CADERNO</a:t>
            </a:r>
          </a:p>
          <a:p xmlns:a="http://schemas.openxmlformats.org/drawingml/2006/main">
            <a:r>
              <a:t>Versão sincronizada 1.2.</a:t>
            </a:r>
          </a:p>
          <a:p xmlns:a="http://schemas.openxmlformats.org/drawingml/2006/main">
            <a:r>
              <a:t>https://chatgpt.com/library?file_id=libfile_d056d6d29e8c819192fff04de40c55a6&amp;account_id=personal</a:t>
            </a:r>
          </a:p>
          <a:p xmlns:a="http://schemas.openxmlformats.org/drawingml/2006/main">
            <a:r>
              <a:t/>
            </a:r>
          </a:p>
          <a:p xmlns:a="http://schemas.openxmlformats.org/drawingml/2006/main">
            <a:r>
              <a:t>CONDUÇÃO</a:t>
            </a:r>
          </a:p>
          <a:p xmlns:a="http://schemas.openxmlformats.org/drawingml/2006/main">
            <a:r>
              <a:t>Avance após a última frase deste trecho. Conserve as notas fora da projeção.</a:t>
            </a:r>
          </a:p>
          <a:p xmlns:a="http://schemas.openxmlformats.org/drawingml/2006/main">
            <a:r>
              <a:t/>
            </a:r>
          </a:p>
          <a:p xmlns:a="http://schemas.openxmlformats.org/drawingml/2006/main">
            <a:r>
              <a:t>FALA</a:t>
            </a:r>
          </a:p>
          <a:p xmlns:a="http://schemas.openxmlformats.org/drawingml/2006/main">
            <a:r>
              <a:t>Na aula anterior, eu apresentei um mapa, uma ficha e uma página do guia. Vimos como esses materiais podem ajudar você a observar uma situação, experimentar palavras e deixar perguntas em aberto. Agora, quero cuidar de uma questão que acompanha todo esse trabalho: que condições ajudam você a começar e continuar?</a:t>
            </a:r>
          </a:p>
          <a:p xmlns:a="http://schemas.openxmlformats.org/drawingml/2006/main">
            <a:r>
              <a:t/>
            </a:r>
          </a:p>
          <a:p xmlns:a="http://schemas.openxmlformats.org/drawingml/2006/main">
            <a:r>
              <a:t>Talvez, ao entrar num curso, você já imagine tudo o que deveria fazer: assistir às aulas, ler os materiais, praticar, participar dos encontros. E, junto da vontade de aprender, pode aparecer a sensação de mais uma coisa para dar conta.</a:t>
            </a:r>
          </a:p>
          <a:p xmlns:a="http://schemas.openxmlformats.org/drawingml/2006/main">
            <a:r>
              <a:t/>
            </a:r>
          </a:p>
          <a:p xmlns:a="http://schemas.openxmlformats.org/drawingml/2006/main">
            <a:r>
              <a:t>Eu proponho que a gente comece olhando para a sua vida como ela está. Quanto tempo está disponível? Em que momento você consegue acompanhar uma explicação? O que precisa organizar ou negociar? Que apoio faria diferença? Essas condições fazem parte do percurso.</a:t>
            </a:r>
          </a:p>
          <a:p xmlns:a="http://schemas.openxmlformats.org/drawingml/2006/main">
            <a:r>
              <a:t/>
            </a:r>
          </a:p>
          <a:p xmlns:a="http://schemas.openxmlformats.org/drawingml/2006/main">
            <a:r>
              <a:t>FONTES DO EDUCADOR</a:t>
            </a:r>
          </a:p>
          <a:p xmlns:a="http://schemas.openxmlformats.org/drawingml/2006/main">
            <a:r>
              <a:t>Raio X vigente M0.3; P6 (escolha, alternativas, pausa e privacidade); Síntese Integrativa (condições e liberdade de adesão); encerramento M0.2 v1.3. Operação: decisão expressa de Fabiano em 31/10/2026, Zoom, WhatsApp e gravação posterior na Hotmart. Prazo de publicação não definido. Exemplo de estudo noturno fictício. Referências completas e limites no caderno.</a:t>
            </a:r>
          </a:p>
          <a:p xmlns:a="http://schemas.openxmlformats.org/drawingml/2006/main">
            <a:r>
              <a:t/>
            </a:r>
          </a:p>
          <a:p xmlns:a="http://schemas.openxmlformats.org/drawingml/2006/main">
            <a:r>
              <a:t>ALINHAMENTO 01/11/2026</a:t>
            </a:r>
          </a:p>
          <a:p xmlns:a="http://schemas.openxmlformats.org/drawingml/2006/main">
            <a:r>
              <a:t>Síntese Integrativa, Integração ao Percurso e Escada/diálogo ativo, main 8354dc8. Fontes e destinos completos no caderno. Materiais em preparação para gravação.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02 — O que você precisa saber</a:t>
            </a:r>
          </a:p>
          <a:p xmlns:a="http://schemas.openxmlformats.org/drawingml/2006/main">
            <a:r>
              <a:t/>
            </a:r>
          </a:p>
          <a:p xmlns:a="http://schemas.openxmlformats.org/drawingml/2006/main">
            <a:r>
              <a:t>CADERNO</a:t>
            </a:r>
          </a:p>
          <a:p xmlns:a="http://schemas.openxmlformats.org/drawingml/2006/main">
            <a:r>
              <a:t>Versão sincronizada 1.2.</a:t>
            </a:r>
          </a:p>
          <a:p xmlns:a="http://schemas.openxmlformats.org/drawingml/2006/main">
            <a:r>
              <a:t>https://chatgpt.com/library?file_id=libfile_d056d6d29e8c819192fff04de40c55a6&amp;account_id=personal</a:t>
            </a:r>
          </a:p>
          <a:p xmlns:a="http://schemas.openxmlformats.org/drawingml/2006/main">
            <a:r>
              <a:t/>
            </a:r>
          </a:p>
          <a:p xmlns:a="http://schemas.openxmlformats.org/drawingml/2006/main">
            <a:r>
              <a:t>CONDUÇÃO</a:t>
            </a:r>
          </a:p>
          <a:p xmlns:a="http://schemas.openxmlformats.org/drawingml/2006/main">
            <a:r>
              <a:t>Avance após a última frase deste trecho. Conserve as notas fora da projeção.</a:t>
            </a:r>
          </a:p>
          <a:p xmlns:a="http://schemas.openxmlformats.org/drawingml/2006/main">
            <a:r>
              <a:t/>
            </a:r>
          </a:p>
          <a:p xmlns:a="http://schemas.openxmlformats.org/drawingml/2006/main">
            <a:r>
              <a:t>FALA</a:t>
            </a:r>
          </a:p>
          <a:p xmlns:a="http://schemas.openxmlformats.org/drawingml/2006/main">
            <a:r>
              <a:t>Você não precisa ter feito terapia, estudado psicologia ou praticado meditação para começar. O curso foi organizado para apresentar os conceitos progressivamente. Se alguma palavra não ficar clara, você pode guardar a pergunta e voltar a ela.</a:t>
            </a:r>
          </a:p>
          <a:p xmlns:a="http://schemas.openxmlformats.org/drawingml/2006/main">
            <a:r>
              <a:t/>
            </a:r>
          </a:p>
          <a:p xmlns:a="http://schemas.openxmlformats.org/drawingml/2006/main">
            <a:r>
              <a:t>Eu vou colocar em diálogo conhecimentos da psicologia, da neurociência, da Medicina Chinesa e da espiritualidade. Minha perspectiva espiritual e transpessoal faz parte do que ensino. Você pode conhecê-la, investigar o que ela acrescenta e manter suas próprias referências. Participar não exige concordar comigo em tudo.</a:t>
            </a:r>
          </a:p>
          <a:p xmlns:a="http://schemas.openxmlformats.org/drawingml/2006/main">
            <a:r>
              <a:t/>
            </a:r>
          </a:p>
          <a:p xmlns:a="http://schemas.openxmlformats.org/drawingml/2006/main">
            <a:r>
              <a:t>Também não é necessário chegar sabendo explicar o que sente. Como vimos, uma impressão, uma imagem ou um “ainda não sei” podem oferecer um começo. Se uma formulação minha não corresponder à sua experiência, essa diferença merece espaço.</a:t>
            </a:r>
          </a:p>
          <a:p xmlns:a="http://schemas.openxmlformats.org/drawingml/2006/main">
            <a:r>
              <a:t/>
            </a:r>
          </a:p>
          <a:p xmlns:a="http://schemas.openxmlformats.org/drawingml/2006/main">
            <a:r>
              <a:t>FONTES DO EDUCADOR</a:t>
            </a:r>
          </a:p>
          <a:p xmlns:a="http://schemas.openxmlformats.org/drawingml/2006/main">
            <a:r>
              <a:t>Raio X vigente M0.3; P6 (escolha, alternativas, pausa e privacidade); Síntese Integrativa (condições e liberdade de adesão); encerramento M0.2 v1.3. Operação: decisão expressa de Fabiano em 31/10/2026, Zoom, WhatsApp e gravação posterior na Hotmart. Prazo de publicação não definido. Exemplo de estudo noturno fictício. Referências completas e limites no caderno.</a:t>
            </a:r>
          </a:p>
          <a:p xmlns:a="http://schemas.openxmlformats.org/drawingml/2006/main">
            <a:r>
              <a:t/>
            </a:r>
          </a:p>
          <a:p xmlns:a="http://schemas.openxmlformats.org/drawingml/2006/main">
            <a:r>
              <a:t>ALINHAMENTO 01/11/2026</a:t>
            </a:r>
          </a:p>
          <a:p xmlns:a="http://schemas.openxmlformats.org/drawingml/2006/main">
            <a:r>
              <a:t>Síntese Integrativa, Integração ao Percurso e Escada/diálogo ativo, main 8354dc8. Fontes e destinos completos no caderno. Materiais em preparação para gravação.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03 — Tempo que caiba na vida</a:t>
            </a:r>
          </a:p>
          <a:p xmlns:a="http://schemas.openxmlformats.org/drawingml/2006/main">
            <a:r>
              <a:t/>
            </a:r>
          </a:p>
          <a:p xmlns:a="http://schemas.openxmlformats.org/drawingml/2006/main">
            <a:r>
              <a:t>CADERNO</a:t>
            </a:r>
          </a:p>
          <a:p xmlns:a="http://schemas.openxmlformats.org/drawingml/2006/main">
            <a:r>
              <a:t>Versão sincronizada 1.2.</a:t>
            </a:r>
          </a:p>
          <a:p xmlns:a="http://schemas.openxmlformats.org/drawingml/2006/main">
            <a:r>
              <a:t>https://chatgpt.com/library?file_id=libfile_d056d6d29e8c819192fff04de40c55a6&amp;account_id=personal</a:t>
            </a:r>
          </a:p>
          <a:p xmlns:a="http://schemas.openxmlformats.org/drawingml/2006/main">
            <a:r>
              <a:t/>
            </a:r>
          </a:p>
          <a:p xmlns:a="http://schemas.openxmlformats.org/drawingml/2006/main">
            <a:r>
              <a:t>CONDUÇÃO</a:t>
            </a:r>
          </a:p>
          <a:p xmlns:a="http://schemas.openxmlformats.org/drawingml/2006/main">
            <a:r>
              <a:t>Identifique o exemplo como fictício. Dê uma pausa após a autocobrança e examine as condições. Esta tela tem 2 clique(s) interno(s), marcados como [CLIQUE] na fala.</a:t>
            </a:r>
          </a:p>
          <a:p xmlns:a="http://schemas.openxmlformats.org/drawingml/2006/main">
            <a:r>
              <a:t/>
            </a:r>
          </a:p>
          <a:p xmlns:a="http://schemas.openxmlformats.org/drawingml/2006/main">
            <a:r>
              <a:t>FALA</a:t>
            </a:r>
          </a:p>
          <a:p xmlns:a="http://schemas.openxmlformats.org/drawingml/2006/main">
            <a:r>
              <a:t>Vou trazer um exemplo fictício. Imagine uma pessoa que decide assistir a várias aulas à noite, depois de um dia cheio. Ela começa com vontade, mas percebe que está muito cansada, volta o vídeo várias vezes e termina pensando: “Eu nunca consigo levar essas coisas adiante”.</a:t>
            </a:r>
          </a:p>
          <a:p xmlns:a="http://schemas.openxmlformats.org/drawingml/2006/main">
            <a:r>
              <a:t/>
            </a:r>
          </a:p>
          <a:p xmlns:a="http://schemas.openxmlformats.org/drawingml/2006/main">
            <a:r>
              <a:t>[CLIQUE] Antes de transformar isso numa conclusão sobre quem ela é, podemos olhar para as condições. Aquele horário funciona? Há interrupções? Ela precisa descansar? Seria possível reservar um período menor em outro momento ou combinar algum apoio com quem divide a rotina?</a:t>
            </a:r>
          </a:p>
          <a:p xmlns:a="http://schemas.openxmlformats.org/drawingml/2006/main">
            <a:r>
              <a:t/>
            </a:r>
          </a:p>
          <a:p xmlns:a="http://schemas.openxmlformats.org/drawingml/2006/main">
            <a:r>
              <a:t>Talvez ela escolha uma aula de cada vez e anote onde parou. Talvez precise negociar um tempo de cuidado dos filhos ou aproveitar um intervalo que já existe. Pode acontecer também de não encontrar uma solução imediata. Reconhecer essa dificuldade ajuda a formular o que falta, sem atribuir tudo à vontade individual. O apoio pode depender da disponibilidade de outra pessoa. Reconhecer uma necessidade e fazer um pedido não garante que ela possa ou queira atendê-lo; às vezes será preciso procurar outra condição.</a:t>
            </a:r>
          </a:p>
          <a:p xmlns:a="http://schemas.openxmlformats.org/drawingml/2006/main">
            <a:r>
              <a:t/>
            </a:r>
          </a:p>
          <a:p xmlns:a="http://schemas.openxmlformats.org/drawingml/2006/main">
            <a:r>
              <a:t>[CLIQUE] Para começar, escolha um período que pareça possível nesta semana. Você pode experimentar e rever. Se houver uma interrupção, deixe uma referência: a aula, o trecho ou a pergunta que deseja retomar. Assim, terá um ponto de entrada quando puder voltar.</a:t>
            </a:r>
          </a:p>
          <a:p xmlns:a="http://schemas.openxmlformats.org/drawingml/2006/main">
            <a:r>
              <a:t/>
            </a:r>
          </a:p>
          <a:p xmlns:a="http://schemas.openxmlformats.org/drawingml/2006/main">
            <a:r>
              <a:t>FONTES DO EDUCADOR</a:t>
            </a:r>
          </a:p>
          <a:p xmlns:a="http://schemas.openxmlformats.org/drawingml/2006/main">
            <a:r>
              <a:t>Raio X vigente M0.3; P6 (escolha, alternativas, pausa e privacidade); Síntese Integrativa (condições e liberdade de adesão); encerramento M0.2 v1.3. Operação: decisão expressa de Fabiano em 31/10/2026, Zoom, WhatsApp e gravação posterior na Hotmart. Prazo de publicação não definido. Exemplo de estudo noturno fictício. Referências completas e limites no caderno.</a:t>
            </a:r>
          </a:p>
          <a:p xmlns:a="http://schemas.openxmlformats.org/drawingml/2006/main">
            <a:r>
              <a:t/>
            </a:r>
          </a:p>
          <a:p xmlns:a="http://schemas.openxmlformats.org/drawingml/2006/main">
            <a:r>
              <a:t>ALINHAMENTO 01/11/2026</a:t>
            </a:r>
          </a:p>
          <a:p xmlns:a="http://schemas.openxmlformats.org/drawingml/2006/main">
            <a:r>
              <a:t>Síntese Integrativa, Integração ao Percurso e Escada/diálogo ativo, main 8354dc8. Fontes e destinos completos no caderno. Materiais em preparação para gravação.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04 — Espaço recursos e privacidade</a:t>
            </a:r>
          </a:p>
          <a:p xmlns:a="http://schemas.openxmlformats.org/drawingml/2006/main">
            <a:r>
              <a:t/>
            </a:r>
          </a:p>
          <a:p xmlns:a="http://schemas.openxmlformats.org/drawingml/2006/main">
            <a:r>
              <a:t>CADERNO</a:t>
            </a:r>
          </a:p>
          <a:p xmlns:a="http://schemas.openxmlformats.org/drawingml/2006/main">
            <a:r>
              <a:t>Versão sincronizada 1.2.</a:t>
            </a:r>
          </a:p>
          <a:p xmlns:a="http://schemas.openxmlformats.org/drawingml/2006/main">
            <a:r>
              <a:t>https://chatgpt.com/library?file_id=libfile_d056d6d29e8c819192fff04de40c55a6&amp;account_id=personal</a:t>
            </a:r>
          </a:p>
          <a:p xmlns:a="http://schemas.openxmlformats.org/drawingml/2006/main">
            <a:r>
              <a:t/>
            </a:r>
          </a:p>
          <a:p xmlns:a="http://schemas.openxmlformats.org/drawingml/2006/main">
            <a:r>
              <a:t>CONDUÇÃO</a:t>
            </a:r>
          </a:p>
          <a:p xmlns:a="http://schemas.openxmlformats.org/drawingml/2006/main">
            <a:r>
              <a:t>Avance após a última frase deste trecho. Conserve as notas fora da projeção.</a:t>
            </a:r>
          </a:p>
          <a:p xmlns:a="http://schemas.openxmlformats.org/drawingml/2006/main">
            <a:r>
              <a:t/>
            </a:r>
          </a:p>
          <a:p xmlns:a="http://schemas.openxmlformats.org/drawingml/2006/main">
            <a:r>
              <a:t>FALA</a:t>
            </a:r>
          </a:p>
          <a:p xmlns:a="http://schemas.openxmlformats.org/drawingml/2006/main">
            <a:r>
              <a:t>Você vai precisar de um dispositivo para acessar as aulas e de uma conexão que permita acompanhá-las. Vale testar imagem e som antes de reservar seu tempo de estudo. Um fone pode ajudar quando fizer sentido, mas não é uma exigência.</a:t>
            </a:r>
          </a:p>
          <a:p xmlns:a="http://schemas.openxmlformats.org/drawingml/2006/main">
            <a:r>
              <a:t/>
            </a:r>
          </a:p>
          <a:p xmlns:a="http://schemas.openxmlformats.org/drawingml/2006/main">
            <a:r>
              <a:t>Escolha uma posição e um lugar em que consiga acompanhar com algum conforto. Se puder, reduza as interrupções e avise que ficará ocupado por aquele período. Quando isso não for possível, ajuste a duração ou escolha um momento mais adequado. Não precisamos partir de um ambiente ideal para reconhecer o que pode ser melhorado.</a:t>
            </a:r>
          </a:p>
          <a:p xmlns:a="http://schemas.openxmlformats.org/drawingml/2006/main">
            <a:r>
              <a:t/>
            </a:r>
          </a:p>
          <a:p xmlns:a="http://schemas.openxmlformats.org/drawingml/2006/main">
            <a:r>
              <a:t>Para os registros, use o recurso que lhe for acessível: caderno, arquivo digital, desenho, imagem ou áudio. Não é necessário imprimir todos os materiais. Escolha um lugar para guardar o que quiser conservar, com o cuidado de preservar sua privacidade.</a:t>
            </a:r>
          </a:p>
          <a:p xmlns:a="http://schemas.openxmlformats.org/drawingml/2006/main">
            <a:r>
              <a:t/>
            </a:r>
          </a:p>
          <a:p xmlns:a="http://schemas.openxmlformats.org/drawingml/2006/main">
            <a:r>
              <a:t>Observe também a diferença entre ouvir uma explicação e realizar uma prática. Uma atividade que pede atenção à experiência precisa de condições para acompanhar a orientação e interromper quando necessário. Se você estiver dirigindo ou realizando uma tarefa que exige atenção ao ambiente, deixe essa atividade para outro momento.</a:t>
            </a:r>
          </a:p>
          <a:p xmlns:a="http://schemas.openxmlformats.org/drawingml/2006/main">
            <a:r>
              <a:t/>
            </a:r>
          </a:p>
          <a:p xmlns:a="http://schemas.openxmlformats.org/drawingml/2006/main">
            <a:r>
              <a:t>FONTES DO EDUCADOR</a:t>
            </a:r>
          </a:p>
          <a:p xmlns:a="http://schemas.openxmlformats.org/drawingml/2006/main">
            <a:r>
              <a:t>Raio X vigente M0.3; P6 (escolha, alternativas, pausa e privacidade); Síntese Integrativa (condições e liberdade de adesão); encerramento M0.2 v1.3. Operação: decisão expressa de Fabiano em 31/10/2026, Zoom, WhatsApp e gravação posterior na Hotmart. Prazo de publicação não definido. Exemplo de estudo noturno fictício. Referências completas e limites no caderno.</a:t>
            </a:r>
          </a:p>
          <a:p xmlns:a="http://schemas.openxmlformats.org/drawingml/2006/main">
            <a:r>
              <a:t/>
            </a:r>
          </a:p>
          <a:p xmlns:a="http://schemas.openxmlformats.org/drawingml/2006/main">
            <a:r>
              <a:t>ALINHAMENTO 01/11/2026</a:t>
            </a:r>
          </a:p>
          <a:p xmlns:a="http://schemas.openxmlformats.org/drawingml/2006/main">
            <a:r>
              <a:t>Síntese Integrativa, Integração ao Percurso e Escada/diálogo ativo, main 8354dc8. Fontes e destinos completos no caderno. Materiais em preparação para gravação.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05 — Participar adaptar e pausar</a:t>
            </a:r>
          </a:p>
          <a:p xmlns:a="http://schemas.openxmlformats.org/drawingml/2006/main">
            <a:r>
              <a:t/>
            </a:r>
          </a:p>
          <a:p xmlns:a="http://schemas.openxmlformats.org/drawingml/2006/main">
            <a:r>
              <a:t>CADERNO</a:t>
            </a:r>
          </a:p>
          <a:p xmlns:a="http://schemas.openxmlformats.org/drawingml/2006/main">
            <a:r>
              <a:t>Versão sincronizada 1.2.</a:t>
            </a:r>
          </a:p>
          <a:p xmlns:a="http://schemas.openxmlformats.org/drawingml/2006/main">
            <a:r>
              <a:t>https://chatgpt.com/library?file_id=libfile_d056d6d29e8c819192fff04de40c55a6&amp;account_id=personal</a:t>
            </a:r>
          </a:p>
          <a:p xmlns:a="http://schemas.openxmlformats.org/drawingml/2006/main">
            <a:r>
              <a:t/>
            </a:r>
          </a:p>
          <a:p xmlns:a="http://schemas.openxmlformats.org/drawingml/2006/main">
            <a:r>
              <a:t>CONDUÇÃO</a:t>
            </a:r>
          </a:p>
          <a:p xmlns:a="http://schemas.openxmlformats.org/drawingml/2006/main">
            <a:r>
              <a:t>Avance após a última frase deste trecho. Conserve as notas fora da projeção.</a:t>
            </a:r>
          </a:p>
          <a:p xmlns:a="http://schemas.openxmlformats.org/drawingml/2006/main">
            <a:r>
              <a:t/>
            </a:r>
          </a:p>
          <a:p xmlns:a="http://schemas.openxmlformats.org/drawingml/2006/main">
            <a:r>
              <a:t>FALA</a:t>
            </a:r>
          </a:p>
          <a:p xmlns:a="http://schemas.openxmlformats.org/drawingml/2006/main">
            <a:r>
              <a:t>Nas práticas, vou explicar o que estamos propondo observar e como realizar a atividade. Você pode decidir se quer experimentar, acompanhar a demonstração ou usar um exemplo fictício. Não precisa trazer uma situação íntima para que a aprendizagem faça sentido.</a:t>
            </a:r>
          </a:p>
          <a:p xmlns:a="http://schemas.openxmlformats.org/drawingml/2006/main">
            <a:r>
              <a:t/>
            </a:r>
          </a:p>
          <a:p xmlns:a="http://schemas.openxmlformats.org/drawingml/2006/main">
            <a:r>
              <a:t>Essa escolha pode mudar durante o exercício. Você pode reduzir o tempo, deixar uma pergunta sem resposta ou interromper. Se uma orientação não for acessível para você, podemos buscar outra forma de participar que preserve a finalidade da atividade.</a:t>
            </a:r>
          </a:p>
          <a:p xmlns:a="http://schemas.openxmlformats.org/drawingml/2006/main">
            <a:r>
              <a:t/>
            </a:r>
          </a:p>
          <a:p xmlns:a="http://schemas.openxmlformats.org/drawingml/2006/main">
            <a:r>
              <a:t>Caso perceba que ficou difícil acompanhar ou que o desconforto está aumentando, interrompa a exploração. Volte sua atenção para o lugar onde está, observe o ambiente e os apoios disponíveis. Você pode encerrar por hoje. Não precisa terminar para provar que conseguiu.</a:t>
            </a:r>
          </a:p>
          <a:p xmlns:a="http://schemas.openxmlformats.org/drawingml/2006/main">
            <a:r>
              <a:t/>
            </a:r>
          </a:p>
          <a:p xmlns:a="http://schemas.openxmlformats.org/drawingml/2006/main">
            <a:r>
              <a:t>FONTES DO EDUCADOR</a:t>
            </a:r>
          </a:p>
          <a:p xmlns:a="http://schemas.openxmlformats.org/drawingml/2006/main">
            <a:r>
              <a:t>Raio X vigente M0.3; P6 (escolha, alternativas, pausa e privacidade); Síntese Integrativa (condições e liberdade de adesão); encerramento M0.2 v1.3. Operação: decisão expressa de Fabiano em 31/10/2026, Zoom, WhatsApp e gravação posterior na Hotmart. Prazo de publicação não definido. Exemplo de estudo noturno fictício. Referências completas e limites no caderno.</a:t>
            </a:r>
          </a:p>
          <a:p xmlns:a="http://schemas.openxmlformats.org/drawingml/2006/main">
            <a:r>
              <a:t/>
            </a:r>
          </a:p>
          <a:p xmlns:a="http://schemas.openxmlformats.org/drawingml/2006/main">
            <a:r>
              <a:t>ALINHAMENTO 01/11/2026</a:t>
            </a:r>
          </a:p>
          <a:p xmlns:a="http://schemas.openxmlformats.org/drawingml/2006/main">
            <a:r>
              <a:t>Síntese Integrativa, Integração ao Percurso e Escada/diálogo ativo, main 8354dc8. Fontes e destinos completos no caderno. Materiais em preparação para gravação.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06 — Perguntas e compartilhamento</a:t>
            </a:r>
          </a:p>
          <a:p xmlns:a="http://schemas.openxmlformats.org/drawingml/2006/main">
            <a:r>
              <a:t/>
            </a:r>
          </a:p>
          <a:p xmlns:a="http://schemas.openxmlformats.org/drawingml/2006/main">
            <a:r>
              <a:t>CADERNO</a:t>
            </a:r>
          </a:p>
          <a:p xmlns:a="http://schemas.openxmlformats.org/drawingml/2006/main">
            <a:r>
              <a:t>Versão sincronizada 1.2.</a:t>
            </a:r>
          </a:p>
          <a:p xmlns:a="http://schemas.openxmlformats.org/drawingml/2006/main">
            <a:r>
              <a:t>https://chatgpt.com/library?file_id=libfile_d056d6d29e8c819192fff04de40c55a6&amp;account_id=personal</a:t>
            </a:r>
          </a:p>
          <a:p xmlns:a="http://schemas.openxmlformats.org/drawingml/2006/main">
            <a:r>
              <a:t/>
            </a:r>
          </a:p>
          <a:p xmlns:a="http://schemas.openxmlformats.org/drawingml/2006/main">
            <a:r>
              <a:t>CONDUÇÃO</a:t>
            </a:r>
          </a:p>
          <a:p xmlns:a="http://schemas.openxmlformats.org/drawingml/2006/main">
            <a:r>
              <a:t>Avance após a última frase deste trecho. Conserve as notas fora da projeção.</a:t>
            </a:r>
          </a:p>
          <a:p xmlns:a="http://schemas.openxmlformats.org/drawingml/2006/main">
            <a:r>
              <a:t/>
            </a:r>
          </a:p>
          <a:p xmlns:a="http://schemas.openxmlformats.org/drawingml/2006/main">
            <a:r>
              <a:t>FALA</a:t>
            </a:r>
          </a:p>
          <a:p xmlns:a="http://schemas.openxmlformats.org/drawingml/2006/main">
            <a:r>
              <a:t>Nos encontros ao vivo, a participação nas propostas e o compartilhamento de registros também são escolhas suas. Uma pergunta pode ser feita sem contar toda a história. É possível dizer: “Não entendi como diferenciar essas duas coisas” ou “Essa orientação não funcionou para mim”. Isso já nos dá algo para esclarecer.</a:t>
            </a:r>
          </a:p>
          <a:p xmlns:a="http://schemas.openxmlformats.org/drawingml/2006/main">
            <a:r>
              <a:t/>
            </a:r>
          </a:p>
          <a:p xmlns:a="http://schemas.openxmlformats.org/drawingml/2006/main">
            <a:r>
              <a:t>Quando outra pessoa compartilhar uma experiência, vamos escutar sem decidir por ela o que aquilo significa. Evite expor detalhes que identifiquem terceiros. E considere o que você deseja manter privado antes de levar um relato a um espaço coletivo.</a:t>
            </a:r>
          </a:p>
          <a:p xmlns:a="http://schemas.openxmlformats.org/drawingml/2006/main">
            <a:r>
              <a:t/>
            </a:r>
          </a:p>
          <a:p xmlns:a="http://schemas.openxmlformats.org/drawingml/2006/main">
            <a:r>
              <a:t>FONTES DO EDUCADOR</a:t>
            </a:r>
          </a:p>
          <a:p xmlns:a="http://schemas.openxmlformats.org/drawingml/2006/main">
            <a:r>
              <a:t>Raio X vigente M0.3; P6 (escolha, alternativas, pausa e privacidade); Síntese Integrativa (condições e liberdade de adesão); encerramento M0.2 v1.3. Operação: decisão expressa de Fabiano em 31/10/2026, Zoom, WhatsApp e gravação posterior na Hotmart. Prazo de publicação não definido. Exemplo de estudo noturno fictício. Referências completas e limites no caderno.</a:t>
            </a:r>
          </a:p>
          <a:p xmlns:a="http://schemas.openxmlformats.org/drawingml/2006/main">
            <a:r>
              <a:t/>
            </a:r>
          </a:p>
          <a:p xmlns:a="http://schemas.openxmlformats.org/drawingml/2006/main">
            <a:r>
              <a:t>ALINHAMENTO 01/11/2026</a:t>
            </a:r>
          </a:p>
          <a:p xmlns:a="http://schemas.openxmlformats.org/drawingml/2006/main">
            <a:r>
              <a:t>Síntese Integrativa, Integração ao Percurso e Escada/diálogo ativo, main 8354dc8. Fontes e destinos completos no caderno. Materiais em preparação para gravação.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07 — Encontros e gravações</a:t>
            </a:r>
          </a:p>
          <a:p xmlns:a="http://schemas.openxmlformats.org/drawingml/2006/main">
            <a:r>
              <a:t/>
            </a:r>
          </a:p>
          <a:p xmlns:a="http://schemas.openxmlformats.org/drawingml/2006/main">
            <a:r>
              <a:t>CADERNO</a:t>
            </a:r>
          </a:p>
          <a:p xmlns:a="http://schemas.openxmlformats.org/drawingml/2006/main">
            <a:r>
              <a:t>Versão sincronizada 1.2.</a:t>
            </a:r>
          </a:p>
          <a:p xmlns:a="http://schemas.openxmlformats.org/drawingml/2006/main">
            <a:r>
              <a:t>https://chatgpt.com/library?file_id=libfile_d056d6d29e8c819192fff04de40c55a6&amp;account_id=personal</a:t>
            </a:r>
          </a:p>
          <a:p xmlns:a="http://schemas.openxmlformats.org/drawingml/2006/main">
            <a:r>
              <a:t/>
            </a:r>
          </a:p>
          <a:p xmlns:a="http://schemas.openxmlformats.org/drawingml/2006/main">
            <a:r>
              <a:t>CONDUÇÃO</a:t>
            </a:r>
          </a:p>
          <a:p xmlns:a="http://schemas.openxmlformats.org/drawingml/2006/main">
            <a:r>
              <a:t>Avance após a última frase deste trecho. Conserve as notas fora da projeção.</a:t>
            </a:r>
          </a:p>
          <a:p xmlns:a="http://schemas.openxmlformats.org/drawingml/2006/main">
            <a:r>
              <a:t/>
            </a:r>
          </a:p>
          <a:p xmlns:a="http://schemas.openxmlformats.org/drawingml/2006/main">
            <a:r>
              <a:t>FALA</a:t>
            </a:r>
          </a:p>
          <a:p xmlns:a="http://schemas.openxmlformats.org/drawingml/2006/main">
            <a:r>
              <a:t>As aulas gravadas e os encontros ao vivo têm funções complementares. Nas aulas, você pode acompanhar o conteúdo e retomar os trechos conforme precisar. Nos encontros desta turma, teremos uma primeira hora para dúvidas e uma segunda hora para prática orientada, incluindo a preparação e o encerramento da experiência.</a:t>
            </a:r>
          </a:p>
          <a:p xmlns:a="http://schemas.openxmlformats.org/drawingml/2006/main">
            <a:r>
              <a:t/>
            </a:r>
          </a:p>
          <a:p xmlns:a="http://schemas.openxmlformats.org/drawingml/2006/main">
            <a:r>
              <a:t>O primeiro encontro reúne os módulos zero e um. Os encontros serão pelo Zoom, e o link será disponibilizado no grupo de WhatsApp da turma. Teste o acesso com antecedência e, se puder, reserve alguns minutos para se preparar antes de entrar.</a:t>
            </a:r>
          </a:p>
          <a:p xmlns:a="http://schemas.openxmlformats.org/drawingml/2006/main">
            <a:r>
              <a:t/>
            </a:r>
          </a:p>
          <a:p xmlns:a="http://schemas.openxmlformats.org/drawingml/2006/main">
            <a:r>
              <a:t>Se você não puder participar do encontro ao vivo, poderá assistir à gravação posteriormente na Hotmart, na área correspondente às aulas on-line. Consulte o calendário para organizar sua participação. O grupo de WhatsApp será o lugar de receber o link do encontro.</a:t>
            </a:r>
          </a:p>
          <a:p xmlns:a="http://schemas.openxmlformats.org/drawingml/2006/main">
            <a:r>
              <a:t/>
            </a:r>
          </a:p>
          <a:p xmlns:a="http://schemas.openxmlformats.org/drawingml/2006/main">
            <a:r>
              <a:t>FONTES DO EDUCADOR</a:t>
            </a:r>
          </a:p>
          <a:p xmlns:a="http://schemas.openxmlformats.org/drawingml/2006/main">
            <a:r>
              <a:t>Raio X vigente M0.3; P6 (escolha, alternativas, pausa e privacidade); Síntese Integrativa (condições e liberdade de adesão); encerramento M0.2 v1.3. Operação: decisão expressa de Fabiano em 31/10/2026, Zoom, WhatsApp e gravação posterior na Hotmart. Prazo de publicação não definido. Exemplo de estudo noturno fictício. Referências completas e limites no caderno.</a:t>
            </a:r>
          </a:p>
          <a:p xmlns:a="http://schemas.openxmlformats.org/drawingml/2006/main">
            <a:r>
              <a:t/>
            </a:r>
          </a:p>
          <a:p xmlns:a="http://schemas.openxmlformats.org/drawingml/2006/main">
            <a:r>
              <a:t>ALINHAMENTO 01/11/2026</a:t>
            </a:r>
          </a:p>
          <a:p xmlns:a="http://schemas.openxmlformats.org/drawingml/2006/main">
            <a:r>
              <a:t>Síntese Integrativa, Integração ao Percurso e Escada/diálogo ativo, main 8354dc8. Fontes e destinos completos no caderno. Materiais em preparação para gravação.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08 — Apoios e limites do curso</a:t>
            </a:r>
          </a:p>
          <a:p xmlns:a="http://schemas.openxmlformats.org/drawingml/2006/main">
            <a:r>
              <a:t/>
            </a:r>
          </a:p>
          <a:p xmlns:a="http://schemas.openxmlformats.org/drawingml/2006/main">
            <a:r>
              <a:t>CADERNO</a:t>
            </a:r>
          </a:p>
          <a:p xmlns:a="http://schemas.openxmlformats.org/drawingml/2006/main">
            <a:r>
              <a:t>Versão sincronizada 1.2.</a:t>
            </a:r>
          </a:p>
          <a:p xmlns:a="http://schemas.openxmlformats.org/drawingml/2006/main">
            <a:r>
              <a:t>https://chatgpt.com/library?file_id=libfile_d056d6d29e8c819192fff04de40c55a6&amp;account_id=personal</a:t>
            </a:r>
          </a:p>
          <a:p xmlns:a="http://schemas.openxmlformats.org/drawingml/2006/main">
            <a:r>
              <a:t/>
            </a:r>
          </a:p>
          <a:p xmlns:a="http://schemas.openxmlformats.org/drawingml/2006/main">
            <a:r>
              <a:t>CONDUÇÃO</a:t>
            </a:r>
          </a:p>
          <a:p xmlns:a="http://schemas.openxmlformats.org/drawingml/2006/main">
            <a:r>
              <a:t>Avance após a última frase deste trecho. Conserve as notas fora da projeção.</a:t>
            </a:r>
          </a:p>
          <a:p xmlns:a="http://schemas.openxmlformats.org/drawingml/2006/main">
            <a:r>
              <a:t/>
            </a:r>
          </a:p>
          <a:p xmlns:a="http://schemas.openxmlformats.org/drawingml/2006/main">
            <a:r>
              <a:t>FALA</a:t>
            </a:r>
          </a:p>
          <a:p xmlns:a="http://schemas.openxmlformats.org/drawingml/2006/main">
            <a:r>
              <a:t>O TSH é uma proposta educacional. Nós vamos estudar, observar experiências e experimentar recursos. O curso não oferece avaliação individual nem substitui um acompanhamento de saúde de que você precise. Nem tudo o que aparece numa aula pode ser cuidado numa atividade coletiva ou num vídeo.</a:t>
            </a:r>
          </a:p>
          <a:p xmlns:a="http://schemas.openxmlformats.org/drawingml/2006/main">
            <a:r>
              <a:t/>
            </a:r>
          </a:p>
          <a:p xmlns:a="http://schemas.openxmlformats.org/drawingml/2006/main">
            <a:r>
              <a:t>Se algo pedir um cuidado mais pessoal, reconhecer essa necessidade também faz parte da sua participação. Você pode buscar apoio fora do curso e decidir como continuar. Autonomia inclui reconhecer os recursos e as relações de que precisamos.</a:t>
            </a:r>
          </a:p>
          <a:p xmlns:a="http://schemas.openxmlformats.org/drawingml/2006/main">
            <a:r>
              <a:t/>
            </a:r>
          </a:p>
          <a:p xmlns:a="http://schemas.openxmlformats.org/drawingml/2006/main">
            <a:r>
              <a:t>FONTES DO EDUCADOR</a:t>
            </a:r>
          </a:p>
          <a:p xmlns:a="http://schemas.openxmlformats.org/drawingml/2006/main">
            <a:r>
              <a:t>Raio X vigente M0.3; P6 (escolha, alternativas, pausa e privacidade); Síntese Integrativa (condições e liberdade de adesão); encerramento M0.2 v1.3. Operação: decisão expressa de Fabiano em 31/10/2026, Zoom, WhatsApp e gravação posterior na Hotmart. Prazo de publicação não definido. Exemplo de estudo noturno fictício. Referências completas e limites no caderno.</a:t>
            </a:r>
          </a:p>
          <a:p xmlns:a="http://schemas.openxmlformats.org/drawingml/2006/main">
            <a:r>
              <a:t/>
            </a:r>
          </a:p>
          <a:p xmlns:a="http://schemas.openxmlformats.org/drawingml/2006/main">
            <a:r>
              <a:t>ALINHAMENTO 01/11/2026</a:t>
            </a:r>
          </a:p>
          <a:p xmlns:a="http://schemas.openxmlformats.org/drawingml/2006/main">
            <a:r>
              <a:t>Síntese Integrativa, Integração ao Percurso e Escada/diálogo ativo, main 8354dc8. Fontes e destinos completos no caderno. Materiais em preparação para gravação.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09 — Meu plano de participação</a:t>
            </a:r>
          </a:p>
          <a:p xmlns:a="http://schemas.openxmlformats.org/drawingml/2006/main">
            <a:r>
              <a:t/>
            </a:r>
          </a:p>
          <a:p xmlns:a="http://schemas.openxmlformats.org/drawingml/2006/main">
            <a:r>
              <a:t>CADERNO</a:t>
            </a:r>
          </a:p>
          <a:p xmlns:a="http://schemas.openxmlformats.org/drawingml/2006/main">
            <a:r>
              <a:t>Versão sincronizada 1.2.</a:t>
            </a:r>
          </a:p>
          <a:p xmlns:a="http://schemas.openxmlformats.org/drawingml/2006/main">
            <a:r>
              <a:t>https://chatgpt.com/library?file_id=libfile_d056d6d29e8c819192fff04de40c55a6&amp;account_id=personal</a:t>
            </a:r>
          </a:p>
          <a:p xmlns:a="http://schemas.openxmlformats.org/drawingml/2006/main">
            <a:r>
              <a:t/>
            </a:r>
          </a:p>
          <a:p xmlns:a="http://schemas.openxmlformats.org/drawingml/2006/main">
            <a:r>
              <a:t>CONDUÇÃO</a:t>
            </a:r>
          </a:p>
          <a:p xmlns:a="http://schemas.openxmlformats.org/drawingml/2006/main">
            <a:r>
              <a:t>Mostre os três campos do plano. Indique pausa opcional do vídeo por 1 a 2 minutos. Esta tela tem 3 clique(s) interno(s), marcados como [CLIQUE] na fala.</a:t>
            </a:r>
          </a:p>
          <a:p xmlns:a="http://schemas.openxmlformats.org/drawingml/2006/main">
            <a:r>
              <a:t/>
            </a:r>
          </a:p>
          <a:p xmlns:a="http://schemas.openxmlformats.org/drawingml/2006/main">
            <a:r>
              <a:t>FALA</a:t>
            </a:r>
          </a:p>
          <a:p xmlns:a="http://schemas.openxmlformats.org/drawingml/2006/main">
            <a:r>
              <a:t>Antes de encerrar, eu convido você a escolher três coisas. Pode anotar ou apenas pensar nelas por um momento.</a:t>
            </a:r>
          </a:p>
          <a:p xmlns:a="http://schemas.openxmlformats.org/drawingml/2006/main">
            <a:r>
              <a:t/>
            </a:r>
          </a:p>
          <a:p xmlns:a="http://schemas.openxmlformats.org/drawingml/2006/main">
            <a:r>
              <a:t>Primeiro: qual período parece possível para acompanhar a próxima aula? Não precisa organizar o curso inteiro agora.</a:t>
            </a:r>
          </a:p>
          <a:p xmlns:a="http://schemas.openxmlformats.org/drawingml/2006/main">
            <a:r>
              <a:t/>
            </a:r>
          </a:p>
          <a:p xmlns:a="http://schemas.openxmlformats.org/drawingml/2006/main">
            <a:r>
              <a:t>[CLIQUE] Segundo: qual apoio concreto pode facilitar esse momento? Pode ser deixar o material separado, testar o som, combinar menos interrupções ou escolher outro horário.</a:t>
            </a:r>
          </a:p>
          <a:p xmlns:a="http://schemas.openxmlformats.org/drawingml/2006/main">
            <a:r>
              <a:t/>
            </a:r>
          </a:p>
          <a:p xmlns:a="http://schemas.openxmlformats.org/drawingml/2006/main">
            <a:r>
              <a:t>[CLIQUE] Terceiro: como você imagina participar do primeiro encontro? Pode preparar uma pergunta, acompanhar a orientação e decidir, naquele momento, se deseja experimentar a prática. Verifique também o que precisa organizar para estar presente.</a:t>
            </a:r>
          </a:p>
          <a:p xmlns:a="http://schemas.openxmlformats.org/drawingml/2006/main">
            <a:r>
              <a:t/>
            </a:r>
          </a:p>
          <a:p xmlns:a="http://schemas.openxmlformats.org/drawingml/2006/main">
            <a:r>
              <a:t>Se perceber que algo ainda não está disponível, registre o que falta. Não há necessidade de preencher uma resposta só para completar o plano. [CLIQUE] Você pode pausar o vídeo agora e reservar um ou dois minutos para essas escolhas.</a:t>
            </a:r>
          </a:p>
          <a:p xmlns:a="http://schemas.openxmlformats.org/drawingml/2006/main">
            <a:r>
              <a:t/>
            </a:r>
          </a:p>
          <a:p xmlns:a="http://schemas.openxmlformats.org/drawingml/2006/main">
            <a:r>
              <a:t>FONTES DO EDUCADOR</a:t>
            </a:r>
          </a:p>
          <a:p xmlns:a="http://schemas.openxmlformats.org/drawingml/2006/main">
            <a:r>
              <a:t>Raio X vigente M0.3; P6 (escolha, alternativas, pausa e privacidade); Síntese Integrativa (condições e liberdade de adesão); encerramento M0.2 v1.3. Operação: decisão expressa de Fabiano em 31/10/2026, Zoom, WhatsApp e gravação posterior na Hotmart. Prazo de publicação não definido. Exemplo de estudo noturno fictício. Referências completas e limites no caderno.</a:t>
            </a:r>
          </a:p>
          <a:p xmlns:a="http://schemas.openxmlformats.org/drawingml/2006/main">
            <a:r>
              <a:t/>
            </a:r>
          </a:p>
          <a:p xmlns:a="http://schemas.openxmlformats.org/drawingml/2006/main">
            <a:r>
              <a:t>ALINHAMENTO 01/11/2026</a:t>
            </a:r>
          </a:p>
          <a:p xmlns:a="http://schemas.openxmlformats.org/drawingml/2006/main">
            <a:r>
              <a:t>Síntese Integrativa, Integração ao Percurso e Escada/diálogo ativo, main 8354dc8. Fontes e destinos completos no caderno. Materiais em preparação para gravação.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 Continuidade para o módulo um</a:t>
            </a:r>
          </a:p>
          <a:p xmlns:a="http://schemas.openxmlformats.org/drawingml/2006/main">
            <a:r>
              <a:t/>
            </a:r>
          </a:p>
          <a:p xmlns:a="http://schemas.openxmlformats.org/drawingml/2006/main">
            <a:r>
              <a:t>CADERNO</a:t>
            </a:r>
          </a:p>
          <a:p xmlns:a="http://schemas.openxmlformats.org/drawingml/2006/main">
            <a:r>
              <a:t>Versão sincronizada 1.2.</a:t>
            </a:r>
          </a:p>
          <a:p xmlns:a="http://schemas.openxmlformats.org/drawingml/2006/main">
            <a:r>
              <a:t>https://chatgpt.com/library?file_id=libfile_d056d6d29e8c819192fff04de40c55a6&amp;account_id=personal</a:t>
            </a:r>
          </a:p>
          <a:p xmlns:a="http://schemas.openxmlformats.org/drawingml/2006/main">
            <a:r>
              <a:t/>
            </a:r>
          </a:p>
          <a:p xmlns:a="http://schemas.openxmlformats.org/drawingml/2006/main">
            <a:r>
              <a:t>CONDUÇÃO</a:t>
            </a:r>
          </a:p>
          <a:p xmlns:a="http://schemas.openxmlformats.org/drawingml/2006/main">
            <a:r>
              <a:t>Avance após a última frase deste trecho. Conserve as notas fora da projeção.</a:t>
            </a:r>
          </a:p>
          <a:p xmlns:a="http://schemas.openxmlformats.org/drawingml/2006/main">
            <a:r>
              <a:t/>
            </a:r>
          </a:p>
          <a:p xmlns:a="http://schemas.openxmlformats.org/drawingml/2006/main">
            <a:r>
              <a:t>FALA</a:t>
            </a:r>
          </a:p>
          <a:p xmlns:a="http://schemas.openxmlformats.org/drawingml/2006/main">
            <a:r>
              <a:t>Ao voltar ao seu plano, confira se ele continua possível. Você pode mudar o horário, procurar outro apoio ou escolher uma forma diferente de acompanhar. O plano serve para orientar sua participação e pode ser revisto com a experiência.</a:t>
            </a:r>
          </a:p>
          <a:p xmlns:a="http://schemas.openxmlformats.org/drawingml/2006/main">
            <a:r>
              <a:t/>
            </a:r>
          </a:p>
          <a:p xmlns:a="http://schemas.openxmlformats.org/drawingml/2006/main">
            <a:r>
              <a:t>Com isso, concluímos a chegada ao curso. Você conheceu a proposta, viu como usar os materiais e começou a organizar as condições para participar.</a:t>
            </a:r>
          </a:p>
          <a:p xmlns:a="http://schemas.openxmlformats.org/drawingml/2006/main">
            <a:r>
              <a:t/>
            </a:r>
          </a:p>
          <a:p xmlns:a="http://schemas.openxmlformats.org/drawingml/2006/main">
            <a:r>
              <a:t>No próximo módulo, vamos entrar numa pergunta central do Traduzindo o Ser Humano: por que entender um padrão nem sempre impede que ele se repita? Vamos investigar a relação entre o que compreendemos, o que conseguimos acessar numa situação e as condições para responder. Também vamos aprender a reconhecer possibilidades que ainda não percebemos e a cultivar aquelas que precisam de experiência, tempo e apoio para ganhar expressão.</a:t>
            </a:r>
          </a:p>
          <a:p xmlns:a="http://schemas.openxmlformats.org/drawingml/2006/main">
            <a:r>
              <a:t/>
            </a:r>
          </a:p>
          <a:p xmlns:a="http://schemas.openxmlformats.org/drawingml/2006/main">
            <a:r>
              <a:t>Por enquanto, escolha seu próximo momento de estudo e guarde o plano onde possa encontrá-lo. Eu encontro você na próxima aula.</a:t>
            </a:r>
          </a:p>
          <a:p xmlns:a="http://schemas.openxmlformats.org/drawingml/2006/main">
            <a:r>
              <a:t/>
            </a:r>
          </a:p>
          <a:p xmlns:a="http://schemas.openxmlformats.org/drawingml/2006/main">
            <a:r>
              <a:t>FONTES DO EDUCADOR</a:t>
            </a:r>
          </a:p>
          <a:p xmlns:a="http://schemas.openxmlformats.org/drawingml/2006/main">
            <a:r>
              <a:t>Raio X vigente M0.3; P6 (escolha, alternativas, pausa e privacidade); Síntese Integrativa (condições e liberdade de adesão); encerramento M0.2 v1.3. Operação: decisão expressa de Fabiano em 31/10/2026, Zoom, WhatsApp e gravação posterior na Hotmart. Prazo de publicação não definido. Exemplo de estudo noturno fictício. Referências completas e limites no caderno.</a:t>
            </a:r>
          </a:p>
          <a:p xmlns:a="http://schemas.openxmlformats.org/drawingml/2006/main">
            <a:r>
              <a:t/>
            </a:r>
          </a:p>
          <a:p xmlns:a="http://schemas.openxmlformats.org/drawingml/2006/main">
            <a:r>
              <a:t>ALINHAMENTO 01/11/2026</a:t>
            </a:r>
          </a:p>
          <a:p xmlns:a="http://schemas.openxmlformats.org/drawingml/2006/main">
            <a:r>
              <a:t>Síntese Integrativa, Integração ao Percurso e Escada/diálogo ativo, main 8354dc8. Fontes e destinos completos no caderno. Materiais em preparação para gravação.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190454d5ef024e2d"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b441a384f234482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b3e6dbdaac3245a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2f438d855a8c4f7b"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78013971fd804b3c"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35f11ccfe104205"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513780-69DB-4D6E-A2C1-EDD20DC312E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BF7FA68-6F9A-47EA-AE32-63133ABECF3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74FC01C-5F1F-45E5-A0C8-C5DF49952EA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A8ED016-E6C6-4136-B4E5-D0D8EEC3D2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1A66F1B-94F4-4D47-873E-D9ABA28C268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94FC77E-A720-497C-8A66-39CC460149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865EE65-2F5F-4D18-9DD4-C269ECF52CF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613636C-8916-4A74-AABE-DBC99D8A711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B53A51-11AC-43D7-97A5-0AA51141A7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9C5F348-9FA8-49BB-9ED5-CDA480B0854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1b9aaf3153294399" Type="http://schemas.openxmlformats.org/officeDocument/2006/relationships/slideLayout" Target="../slideLayouts/slideLayout3.xml"/><Relationship Id="R24ca8dd374f5408f" Type="http://schemas.openxmlformats.org/officeDocument/2006/relationships/slideLayout" Target="../slideLayouts/slideLayout2.xml"/><Relationship Id="R2d6de56e5cd042da" Type="http://schemas.openxmlformats.org/officeDocument/2006/relationships/slideLayout" Target="../slideLayouts/slideLayout6.xml"/><Relationship Id="R57612b9c5db54f08" Type="http://schemas.openxmlformats.org/officeDocument/2006/relationships/theme" Target="theme/theme2.xml"/><Relationship Id="R892bce4b9aff4198" Type="http://schemas.openxmlformats.org/officeDocument/2006/relationships/slideLayout" Target="../slideLayouts/slideLayout1.xml"/><Relationship Id="Ra55d9fbe7644402d" Type="http://schemas.openxmlformats.org/officeDocument/2006/relationships/slideLayout" Target="../slideLayouts/slideLayout5.xml"/><Relationship Id="Rc5aa0c143ea041d4" Type="http://schemas.openxmlformats.org/officeDocument/2006/relationships/slideLayout" Target="../slideLayouts/slideLayout4.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92bce4b9aff4198"/>
    <p:sldLayoutId xmlns:r="http://schemas.openxmlformats.org/officeDocument/2006/relationships" id="2147483650" r:id="R24ca8dd374f5408f"/>
    <p:sldLayoutId xmlns:r="http://schemas.openxmlformats.org/officeDocument/2006/relationships" id="2147483651" r:id="R1b9aaf3153294399"/>
    <p:sldLayoutId xmlns:r="http://schemas.openxmlformats.org/officeDocument/2006/relationships" id="2147483652" r:id="Rc5aa0c143ea041d4"/>
    <p:sldLayoutId xmlns:r="http://schemas.openxmlformats.org/officeDocument/2006/relationships" id="2147483653" r:id="Ra55d9fbe7644402d"/>
    <p:sldLayoutId xmlns:r="http://schemas.openxmlformats.org/officeDocument/2006/relationships" id="2147483654" r:id="R2d6de56e5cd042d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EB Garamond"/>
        <a:ea typeface=""/>
        <a:cs typeface=""/>
      </a:majorFont>
      <a:minorFont>
        <a:latin typeface="Inte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6af6b08354974f57" Type="http://schemas.openxmlformats.org/officeDocument/2006/relationships/image" Target="../media/image.png"/><Relationship Id="Ra82ae9f4dee349b7" Type="http://schemas.openxmlformats.org/officeDocument/2006/relationships/slideLayout" Target="../slideLayouts/slideLayout6.xml"/><Relationship Id="Rfd2262869d1f4be8" Type="http://schemas.openxmlformats.org/officeDocument/2006/relationships/notesSlide" Target="../notesSlides/notesSl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101e5bafdcbc40e1" Type="http://schemas.openxmlformats.org/officeDocument/2006/relationships/image" Target="../media/image2.png"/><Relationship Id="R6257995440c14092" Type="http://schemas.openxmlformats.org/officeDocument/2006/relationships/notesSlide" Target="../notesSlides/notesSlide2.xml"/><Relationship Id="Raa004fc4599f4c72" Type="http://schemas.openxmlformats.org/officeDocument/2006/relationships/slideLayout" Target="../slideLayouts/slideLayout6.xml"/><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0272e07130b54236" Type="http://schemas.openxmlformats.org/officeDocument/2006/relationships/notesSlide" Target="../notesSlides/notesSlide3.xml"/><Relationship Id="R064734d1332f441e" Type="http://schemas.openxmlformats.org/officeDocument/2006/relationships/image" Target="../media/image3.png"/><Relationship Id="R7b266f4e65e149ff" Type="http://schemas.openxmlformats.org/officeDocument/2006/relationships/slideLayout" Target="../slideLayouts/slideLayout6.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0b68f0f2c42e42fa" Type="http://schemas.openxmlformats.org/officeDocument/2006/relationships/slideLayout" Target="../slideLayouts/slideLayout6.xml"/><Relationship Id="R6001d026b6724d75" Type="http://schemas.openxmlformats.org/officeDocument/2006/relationships/notesSlide" Target="../notesSlides/notesSlide4.xml"/><Relationship Id="Rf63d40fe9d20460f" Type="http://schemas.openxmlformats.org/officeDocument/2006/relationships/image" Target="../media/image4.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139a382af207499e" Type="http://schemas.openxmlformats.org/officeDocument/2006/relationships/slideLayout" Target="../slideLayouts/slideLayout6.xml"/><Relationship Id="R3a49341a45b845a3" Type="http://schemas.openxmlformats.org/officeDocument/2006/relationships/notesSlide" Target="../notesSlides/notesSlide5.xml"/><Relationship Id="Rfbc5fa0b2d3549f1" Type="http://schemas.openxmlformats.org/officeDocument/2006/relationships/image" Target="../media/image5.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6f7f83babee04116" Type="http://schemas.openxmlformats.org/officeDocument/2006/relationships/slideLayout" Target="../slideLayouts/slideLayout6.xml"/><Relationship Id="R975425c3959146a8" Type="http://schemas.openxmlformats.org/officeDocument/2006/relationships/image" Target="../media/image6.png"/><Relationship Id="Rff898e7724e34498" Type="http://schemas.openxmlformats.org/officeDocument/2006/relationships/notesSlide" Target="../notesSlides/notesSlide6.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1a1b64e1df9f4148" Type="http://schemas.openxmlformats.org/officeDocument/2006/relationships/notesSlide" Target="../notesSlides/notesSlide7.xml"/><Relationship Id="Rcab1072dc2d444d4" Type="http://schemas.openxmlformats.org/officeDocument/2006/relationships/slideLayout" Target="../slideLayouts/slideLayout6.xml"/><Relationship Id="Rec70e467531c4c68" Type="http://schemas.openxmlformats.org/officeDocument/2006/relationships/image" Target="../media/image7.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389486a2d8e142a6" Type="http://schemas.openxmlformats.org/officeDocument/2006/relationships/image" Target="../media/image8.png"/><Relationship Id="Rb249e85168ec4fa6" Type="http://schemas.openxmlformats.org/officeDocument/2006/relationships/slideLayout" Target="../slideLayouts/slideLayout6.xml"/><Relationship Id="Rb57df8dd57814b6c" Type="http://schemas.openxmlformats.org/officeDocument/2006/relationships/notesSlide" Target="../notesSlides/notesSlide8.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5e7d70f965b14ab6" Type="http://schemas.openxmlformats.org/officeDocument/2006/relationships/image" Target="../media/image9.png"/><Relationship Id="R962c1df4cb704f7a" Type="http://schemas.openxmlformats.org/officeDocument/2006/relationships/notesSlide" Target="../notesSlides/notesSlide9.xml"/><Relationship Id="Rb29a5d5b3f894a51" Type="http://schemas.openxmlformats.org/officeDocument/2006/relationships/slideLayout" Target="../slideLayouts/slideLayout6.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32355fd83e6741a2" Type="http://schemas.openxmlformats.org/officeDocument/2006/relationships/slideLayout" Target="../slideLayouts/slideLayout6.xml"/><Relationship Id="R5f73c0e169784ff2" Type="http://schemas.openxmlformats.org/officeDocument/2006/relationships/image" Target="../media/image10.png"/><Relationship Id="Rf1f0143bca8d4fff" Type="http://schemas.openxmlformats.org/officeDocument/2006/relationships/notesSlide" Target="../notesSlides/notesSlide10.xml"/><Relationship Id="rId4" Type="http://schemas.openxmlformats.org/officeDocument/2006/relationships/image" Target="../media/image12.png"/></Relationships>
</file>

<file path=ppt/slides/slide1.xml><?xml version="1.0" encoding="utf-8"?>
<p:sld xmlns:p="http://schemas.openxmlformats.org/presentationml/2006/main">
  <p:cSld>
    <p:bg xmlns:a="http://schemas.openxmlformats.org/drawingml/2006/main">
      <p:bgPr>
        <a:gradFill rotWithShape="1">
          <a:gsLst>
            <a:gs pos="0">
              <a:srgbClr val="245E78"/>
            </a:gs>
            <a:gs pos="45000">
              <a:srgbClr val="173F52"/>
            </a:gs>
            <a:gs pos="100000">
              <a:srgbClr val="082A45"/>
            </a:gs>
          </a:gsLst>
          <a:lin ang="5400000" scaled="0"/>
        </a:gradFill>
        <a:effectLst/>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7" name="Picture 6" descr="mark_gold.png"/>
          <p:cNvPicPr>
            <a:picLocks noChangeAspect="1"/>
          </p:cNvPicPr>
          <p:nvPr/>
        </p:nvPicPr>
        <p:blipFill>
          <a:blip r:embed="rId4"/>
          <a:stretch>
            <a:fillRect/>
          </a:stretch>
        </p:blipFill>
        <p:spPr>
          <a:xfrm>
            <a:off x="8183879" y="822960"/>
            <a:ext cx="3665726" cy="3794760"/>
          </a:xfrm>
          <a:prstGeom prst="rect">
            <a:avLst/>
          </a:prstGeom>
        </p:spPr>
      </p:pic>
      <p:sp xmlns:a="http://schemas.openxmlformats.org/drawingml/2006/main">
        <p:nvSpPr>
          <p:cNvPr id="8" name="TextBox 7"/>
          <p:cNvSpPr txBox="1"/>
          <p:nvPr/>
        </p:nvSpPr>
        <p:spPr>
          <a:xfrm>
            <a:off x="7498079" y="4800600"/>
            <a:ext cx="5029200" cy="320040"/>
          </a:xfrm>
          <a:prstGeom prst="rect">
            <a:avLst/>
          </a:prstGeom>
          <a:noFill/>
        </p:spPr>
        <p:txBody>
          <a:bodyPr wrap="square" anchor="t" lIns="0" rIns="0" tIns="0" bIns="0">
            <a:noAutofit/>
          </a:bodyPr>
          <a:lstStyle/>
          <a:p>
            <a:pPr algn="ctr"/>
            <a:r>
              <a:rPr sz="1100" b="0" spc="120">
                <a:solidFill>
                  <a:srgbClr val="E9E2D8"/>
                </a:solidFill>
                <a:latin typeface="Inter"/>
                <a:cs typeface="Inter"/>
              </a:rPr>
              <a:t>DA COMPREENSÃO ACUMULADA À MUDANÇA VIVIDA</a:t>
            </a:r>
            <a:endParaRPr sz="1100"/>
          </a:p>
        </p:txBody>
      </p:sp>
      <p:sp>
        <p:nvSpPr>
          <p:cNvPr id="2" name="course">
            <a:extLst xmlns:a="http://schemas.openxmlformats.org/drawingml/2006/main">
              <a:ext uri="{FF2B5EF4-FFF2-40B4-BE49-F238E27FC236}">
                <a16:creationId xmlns:a16="http://schemas.microsoft.com/office/drawing/2014/main" id="{E9124A77-330C-4A60-936F-0F6758F4EEBE}"/>
              </a:ext>
            </a:extLst>
          </p:cNvPr>
          <p:cNvSpPr>
            <a:spLocks xmlns:a="http://schemas.openxmlformats.org/drawingml/2006/main" noGrp="1"/>
          </p:cNvSpPr>
          <p:nvPr/>
        </p:nvSpPr>
        <p:spPr>
          <a:xfrm xmlns:a="http://schemas.openxmlformats.org/drawingml/2006/main">
            <a:off x="841248" y="731520"/>
            <a:ext cx="6400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4EFEA"/>
                </a:solidFill>
                <a:latin typeface="Inter"/>
                <a:ea typeface="Inter"/>
                <a:cs typeface="Inter"/>
              </a:defRPr>
            </a:defPPr>
            <a:lvl1pPr>
              <a:defRPr sz="1875" b="0">
                <a:solidFill>
                  <a:srgbClr val="F4EFEA"/>
                </a:solidFill>
                <a:latin typeface="Inter"/>
                <a:ea typeface="Inter"/>
                <a:cs typeface="Inter"/>
              </a:defRPr>
            </a:lvl1pPr>
            <a:lvl2pPr>
              <a:defRPr sz="1875" b="0">
                <a:solidFill>
                  <a:srgbClr val="F4EFEA"/>
                </a:solidFill>
                <a:latin typeface="Inter"/>
                <a:ea typeface="Inter"/>
                <a:cs typeface="Inter"/>
              </a:defRPr>
            </a:lvl2pPr>
            <a:lvl3pPr>
              <a:defRPr sz="1875" b="0">
                <a:solidFill>
                  <a:srgbClr val="F4EFEA"/>
                </a:solidFill>
                <a:latin typeface="Inter"/>
                <a:ea typeface="Inter"/>
                <a:cs typeface="Inter"/>
              </a:defRPr>
            </a:lvl3pPr>
            <a:lvl4pPr>
              <a:defRPr sz="1875" b="0">
                <a:solidFill>
                  <a:srgbClr val="F4EFEA"/>
                </a:solidFill>
                <a:latin typeface="Inter"/>
                <a:ea typeface="Inter"/>
                <a:cs typeface="Inter"/>
              </a:defRPr>
            </a:lvl4pPr>
            <a:lvl5pPr>
              <a:defRPr sz="1875" b="0">
                <a:solidFill>
                  <a:srgbClr val="F4EFEA"/>
                </a:solidFill>
                <a:latin typeface="Inter"/>
                <a:ea typeface="Inter"/>
                <a:cs typeface="Inter"/>
              </a:defRPr>
            </a:lvl5pPr>
            <a:lvl6pPr>
              <a:defRPr sz="1875" b="0">
                <a:solidFill>
                  <a:srgbClr val="F4EFEA"/>
                </a:solidFill>
                <a:latin typeface="Inter"/>
                <a:ea typeface="Inter"/>
                <a:cs typeface="Inter"/>
              </a:defRPr>
            </a:lvl6pPr>
            <a:lvl7pPr>
              <a:defRPr sz="1875" b="0">
                <a:solidFill>
                  <a:srgbClr val="F4EFEA"/>
                </a:solidFill>
                <a:latin typeface="Inter"/>
                <a:ea typeface="Inter"/>
                <a:cs typeface="Inter"/>
              </a:defRPr>
            </a:lvl7pPr>
            <a:lvl8pPr>
              <a:defRPr sz="1875" b="0">
                <a:solidFill>
                  <a:srgbClr val="F4EFEA"/>
                </a:solidFill>
                <a:latin typeface="Inter"/>
                <a:ea typeface="Inter"/>
                <a:cs typeface="Inter"/>
              </a:defRPr>
            </a:lvl8pPr>
            <a:lvl9pPr>
              <a:defRPr sz="1875" b="0">
                <a:solidFill>
                  <a:srgbClr val="F4EFEA"/>
                </a:solidFill>
                <a:latin typeface="Inter"/>
                <a:ea typeface="Inter"/>
                <a:cs typeface="Inter"/>
              </a:defRPr>
            </a:lvl9pPr>
          </a:lstStyle>
          <a:p xmlns:a="http://schemas.openxmlformats.org/drawingml/2006/main">
            <a:pPr algn="l">
              <a:defRPr sz="1875" b="0">
                <a:solidFill>
                  <a:srgbClr val="F4EFEA"/>
                </a:solidFill>
                <a:latin typeface="Inter"/>
                <a:ea typeface="Inter"/>
                <a:cs typeface="Inter"/>
              </a:defRPr>
            </a:pPr>
            <a:r>
              <a:rPr sz="1400" b="1" spc="250">
                <a:solidFill>
                  <a:srgbClr val="C99A64"/>
                </a:solidFill>
                <a:latin typeface="Inter"/>
                <a:cs typeface="Inter"/>
              </a:rPr>
              <a:t>TRADUZINDO O SER HUMANO</a:t>
            </a:r>
            <a:endParaRPr sz="1400"/>
          </a:p>
        </p:txBody>
      </p:sp>
      <p:sp>
        <p:nvSpPr>
          <p:cNvPr id="3" name="title">
            <a:extLst xmlns:a="http://schemas.openxmlformats.org/drawingml/2006/main">
              <a:ext uri="{FF2B5EF4-FFF2-40B4-BE49-F238E27FC236}">
                <a16:creationId xmlns:a16="http://schemas.microsoft.com/office/drawing/2014/main" id="{8DD13891-80DA-43C8-AA57-51BD67455C7A}"/>
              </a:ext>
            </a:extLst>
          </p:cNvPr>
          <p:cNvSpPr>
            <a:spLocks xmlns:a="http://schemas.openxmlformats.org/drawingml/2006/main" noGrp="1"/>
          </p:cNvSpPr>
          <p:nvPr/>
        </p:nvSpPr>
        <p:spPr>
          <a:xfrm xmlns:a="http://schemas.openxmlformats.org/drawingml/2006/main">
            <a:off x="841248" y="1280160"/>
            <a:ext cx="6766560" cy="3108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b">
            <a:noAutofit/>
          </a:bodyPr>
          <a:lstStyle xmlns:a="http://schemas.openxmlformats.org/drawingml/2006/main">
            <a:defPPr>
              <a:defRPr sz="3600" b="1">
                <a:solidFill>
                  <a:srgbClr val="F4EFEA"/>
                </a:solidFill>
                <a:latin typeface="Inter"/>
                <a:ea typeface="Inter"/>
                <a:cs typeface="Inter"/>
              </a:defRPr>
            </a:defPPr>
            <a:lvl1pPr>
              <a:defRPr sz="3600" b="1">
                <a:solidFill>
                  <a:srgbClr val="F4EFEA"/>
                </a:solidFill>
                <a:latin typeface="Inter"/>
                <a:ea typeface="Inter"/>
                <a:cs typeface="Inter"/>
              </a:defRPr>
            </a:lvl1pPr>
            <a:lvl2pPr>
              <a:defRPr sz="3600" b="1">
                <a:solidFill>
                  <a:srgbClr val="F4EFEA"/>
                </a:solidFill>
                <a:latin typeface="Inter"/>
                <a:ea typeface="Inter"/>
                <a:cs typeface="Inter"/>
              </a:defRPr>
            </a:lvl2pPr>
            <a:lvl3pPr>
              <a:defRPr sz="3600" b="1">
                <a:solidFill>
                  <a:srgbClr val="F4EFEA"/>
                </a:solidFill>
                <a:latin typeface="Inter"/>
                <a:ea typeface="Inter"/>
                <a:cs typeface="Inter"/>
              </a:defRPr>
            </a:lvl3pPr>
            <a:lvl4pPr>
              <a:defRPr sz="3600" b="1">
                <a:solidFill>
                  <a:srgbClr val="F4EFEA"/>
                </a:solidFill>
                <a:latin typeface="Inter"/>
                <a:ea typeface="Inter"/>
                <a:cs typeface="Inter"/>
              </a:defRPr>
            </a:lvl4pPr>
            <a:lvl5pPr>
              <a:defRPr sz="3600" b="1">
                <a:solidFill>
                  <a:srgbClr val="F4EFEA"/>
                </a:solidFill>
                <a:latin typeface="Inter"/>
                <a:ea typeface="Inter"/>
                <a:cs typeface="Inter"/>
              </a:defRPr>
            </a:lvl5pPr>
            <a:lvl6pPr>
              <a:defRPr sz="3600" b="1">
                <a:solidFill>
                  <a:srgbClr val="F4EFEA"/>
                </a:solidFill>
                <a:latin typeface="Inter"/>
                <a:ea typeface="Inter"/>
                <a:cs typeface="Inter"/>
              </a:defRPr>
            </a:lvl6pPr>
            <a:lvl7pPr>
              <a:defRPr sz="3600" b="1">
                <a:solidFill>
                  <a:srgbClr val="F4EFEA"/>
                </a:solidFill>
                <a:latin typeface="Inter"/>
                <a:ea typeface="Inter"/>
                <a:cs typeface="Inter"/>
              </a:defRPr>
            </a:lvl7pPr>
            <a:lvl8pPr>
              <a:defRPr sz="3600" b="1">
                <a:solidFill>
                  <a:srgbClr val="F4EFEA"/>
                </a:solidFill>
                <a:latin typeface="Inter"/>
                <a:ea typeface="Inter"/>
                <a:cs typeface="Inter"/>
              </a:defRPr>
            </a:lvl8pPr>
            <a:lvl9pPr>
              <a:defRPr sz="3600" b="1">
                <a:solidFill>
                  <a:srgbClr val="F4EFEA"/>
                </a:solidFill>
                <a:latin typeface="Inter"/>
                <a:ea typeface="Inter"/>
                <a:cs typeface="Inter"/>
              </a:defRPr>
            </a:lvl9pPr>
          </a:lstStyle>
          <a:p xmlns:a="http://schemas.openxmlformats.org/drawingml/2006/main">
            <a:pPr algn="l">
              <a:lnSpc>
                <a:spcPct val="92000"/>
              </a:lnSpc>
              <a:defRPr sz="3600" b="1">
                <a:solidFill>
                  <a:srgbClr val="F4EFEA"/>
                </a:solidFill>
                <a:latin typeface="Inter"/>
                <a:ea typeface="Inter"/>
                <a:cs typeface="Inter"/>
              </a:defRPr>
            </a:pPr>
            <a:r>
              <a:rPr sz="5400" b="0">
                <a:solidFill>
                  <a:srgbClr val="FFFFFF"/>
                </a:solidFill>
                <a:latin typeface="EB Garamond"/>
                <a:cs typeface="EB Garamond"/>
              </a:rPr>
              <a:t>O que você precisa ter ou saber antes de começar</a:t>
            </a:r>
            <a:endParaRPr sz="5400"/>
          </a:p>
        </p:txBody>
      </p:sp>
      <p:sp>
        <p:nvSpPr>
          <p:cNvPr id="4" name="author">
            <a:extLst xmlns:a="http://schemas.openxmlformats.org/drawingml/2006/main">
              <a:ext uri="{FF2B5EF4-FFF2-40B4-BE49-F238E27FC236}">
                <a16:creationId xmlns:a16="http://schemas.microsoft.com/office/drawing/2014/main" id="{9963F54B-B503-40BD-B9CF-675744BDB039}"/>
              </a:ext>
            </a:extLst>
          </p:cNvPr>
          <p:cNvSpPr>
            <a:spLocks xmlns:a="http://schemas.openxmlformats.org/drawingml/2006/main" noGrp="1"/>
          </p:cNvSpPr>
          <p:nvPr/>
        </p:nvSpPr>
        <p:spPr>
          <a:xfrm xmlns:a="http://schemas.openxmlformats.org/drawingml/2006/main">
            <a:off x="868680" y="5120640"/>
            <a:ext cx="6400800" cy="822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C99A64"/>
                </a:solidFill>
                <a:latin typeface="Inter"/>
                <a:ea typeface="Inter"/>
                <a:cs typeface="Inter"/>
              </a:defRPr>
            </a:defPPr>
            <a:lvl1pPr>
              <a:defRPr sz="1725" b="0">
                <a:solidFill>
                  <a:srgbClr val="C99A64"/>
                </a:solidFill>
                <a:latin typeface="Inter"/>
                <a:ea typeface="Inter"/>
                <a:cs typeface="Inter"/>
              </a:defRPr>
            </a:lvl1pPr>
            <a:lvl2pPr>
              <a:defRPr sz="1725" b="0">
                <a:solidFill>
                  <a:srgbClr val="C99A64"/>
                </a:solidFill>
                <a:latin typeface="Inter"/>
                <a:ea typeface="Inter"/>
                <a:cs typeface="Inter"/>
              </a:defRPr>
            </a:lvl2pPr>
            <a:lvl3pPr>
              <a:defRPr sz="1725" b="0">
                <a:solidFill>
                  <a:srgbClr val="C99A64"/>
                </a:solidFill>
                <a:latin typeface="Inter"/>
                <a:ea typeface="Inter"/>
                <a:cs typeface="Inter"/>
              </a:defRPr>
            </a:lvl3pPr>
            <a:lvl4pPr>
              <a:defRPr sz="1725" b="0">
                <a:solidFill>
                  <a:srgbClr val="C99A64"/>
                </a:solidFill>
                <a:latin typeface="Inter"/>
                <a:ea typeface="Inter"/>
                <a:cs typeface="Inter"/>
              </a:defRPr>
            </a:lvl4pPr>
            <a:lvl5pPr>
              <a:defRPr sz="1725" b="0">
                <a:solidFill>
                  <a:srgbClr val="C99A64"/>
                </a:solidFill>
                <a:latin typeface="Inter"/>
                <a:ea typeface="Inter"/>
                <a:cs typeface="Inter"/>
              </a:defRPr>
            </a:lvl5pPr>
            <a:lvl6pPr>
              <a:defRPr sz="1725" b="0">
                <a:solidFill>
                  <a:srgbClr val="C99A64"/>
                </a:solidFill>
                <a:latin typeface="Inter"/>
                <a:ea typeface="Inter"/>
                <a:cs typeface="Inter"/>
              </a:defRPr>
            </a:lvl6pPr>
            <a:lvl7pPr>
              <a:defRPr sz="1725" b="0">
                <a:solidFill>
                  <a:srgbClr val="C99A64"/>
                </a:solidFill>
                <a:latin typeface="Inter"/>
                <a:ea typeface="Inter"/>
                <a:cs typeface="Inter"/>
              </a:defRPr>
            </a:lvl7pPr>
            <a:lvl8pPr>
              <a:defRPr sz="1725" b="0">
                <a:solidFill>
                  <a:srgbClr val="C99A64"/>
                </a:solidFill>
                <a:latin typeface="Inter"/>
                <a:ea typeface="Inter"/>
                <a:cs typeface="Inter"/>
              </a:defRPr>
            </a:lvl8pPr>
            <a:lvl9pPr>
              <a:defRPr sz="1725" b="0">
                <a:solidFill>
                  <a:srgbClr val="C99A64"/>
                </a:solidFill>
                <a:latin typeface="Inter"/>
                <a:ea typeface="Inter"/>
                <a:cs typeface="Inter"/>
              </a:defRPr>
            </a:lvl9pPr>
          </a:lstStyle>
          <a:p xmlns:a="http://schemas.openxmlformats.org/drawingml/2006/main">
            <a:pPr algn="l">
              <a:lnSpc>
                <a:spcPct val="125000"/>
              </a:lnSpc>
              <a:defRPr sz="1725" b="0">
                <a:solidFill>
                  <a:srgbClr val="C99A64"/>
                </a:solidFill>
                <a:latin typeface="Inter"/>
                <a:ea typeface="Inter"/>
                <a:cs typeface="Inter"/>
              </a:defRPr>
            </a:pPr>
            <a:r>
              <a:rPr sz="1600" b="1">
                <a:solidFill>
                  <a:srgbClr val="C99A64"/>
                </a:solidFill>
                <a:latin typeface="Inter"/>
                <a:cs typeface="Inter"/>
              </a:rPr>
              <a:t>Módulo 0 · Aula 3</a:t>
            </a:r>
            <a:endParaRPr sz="1600"/>
          </a:p>
          <a:p xmlns:a="http://schemas.openxmlformats.org/drawingml/2006/main">
            <a:pPr algn="l">
              <a:lnSpc>
                <a:spcPct val="125000"/>
              </a:lnSpc>
              <a:defRPr sz="1725" b="0">
                <a:solidFill>
                  <a:srgbClr val="C99A64"/>
                </a:solidFill>
                <a:latin typeface="Inter"/>
                <a:ea typeface="Inter"/>
                <a:cs typeface="Inter"/>
              </a:defRPr>
            </a:pPr>
            <a:r>
              <a:rPr sz="1600" b="0">
                <a:solidFill>
                  <a:srgbClr val="E9E2D8"/>
                </a:solidFill>
                <a:latin typeface="Inter"/>
                <a:cs typeface="Inter"/>
              </a:rPr>
              <a:t>Fabiano Deliberalli</a:t>
            </a:r>
            <a:endParaRPr sz="1600"/>
          </a:p>
        </p:txBody>
      </p:sp>
    </p:spTree>
    <p:extLst>
      <p:ext uri="{BB962C8B-B14F-4D97-AF65-F5344CB8AC3E}">
        <p14:creationId xmlns:p14="http://schemas.microsoft.com/office/powerpoint/2010/main" val="451285656"/>
      </p:ext>
    </p:extLst>
  </p:cSld>
  <p:transition spd="med">
    <p:fade/>
  </p:transition>
</p:sld>
</file>

<file path=ppt/slides/slide2.xml><?xml version="1.0" encoding="utf-8"?>
<p:sld xmlns:p="http://schemas.openxmlformats.org/presentationml/2006/main">
  <p:cSld>
    <p:bg>
      <p:bgPr>
        <a:solidFill xmlns:a="http://schemas.openxmlformats.org/drawingml/2006/main">
          <a:srgbClr val="F4EFEA"/>
        </a:solidFill>
      </p:bgPr>
    </p:bg>
    <p:spTree>
      <p:nvGrpSpPr>
        <p:cNvPr id="1" name=""/>
        <p:cNvGrpSpPr/>
        <p:nvPr/>
      </p:nvGrpSpPr>
      <p:grpSpPr>
        <a:xfrm xmlns:a="http://schemas.openxmlformats.org/drawingml/2006/main"/>
      </p:grpSpPr>
      <p:cxnSp xmlns:a="http://schemas.openxmlformats.org/drawingml/2006/main">
        <p:nvCxnSpPr>
          <p:cNvPr id="7" name="Connector 6"/>
          <p:cNvCxnSpPr/>
          <p:nvPr/>
        </p:nvCxnSpPr>
        <p:spPr>
          <a:xfrm>
            <a:off x="5532120" y="1801368"/>
            <a:ext cx="0" cy="3685032"/>
          </a:xfrm>
          <a:prstGeom prst="line">
            <a:avLst/>
          </a:prstGeom>
          <a:ln w="12700">
            <a:solidFill>
              <a:srgbClr val="C99A64"/>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8" name="Oval 7"/>
          <p:cNvSpPr/>
          <p:nvPr/>
        </p:nvSpPr>
        <p:spPr>
          <a:xfrm>
            <a:off x="5500116" y="1257300"/>
            <a:ext cx="64008" cy="64008"/>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9" name="Oval 8"/>
          <p:cNvSpPr/>
          <p:nvPr/>
        </p:nvSpPr>
        <p:spPr>
          <a:xfrm>
            <a:off x="5472683" y="1449324"/>
            <a:ext cx="118872" cy="118872"/>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xmlns:a="http://schemas.openxmlformats.org/drawingml/2006/main" xmlns:r="http://schemas.openxmlformats.org/officeDocument/2006/relationships">
        <p:nvPicPr>
          <p:cNvPr id="10" name="Picture 9" descr="sym_blue.png"/>
          <p:cNvPicPr>
            <a:picLocks noChangeAspect="1"/>
          </p:cNvPicPr>
          <p:nvPr/>
        </p:nvPicPr>
        <p:blipFill>
          <a:blip r:embed="rId4"/>
          <a:stretch>
            <a:fillRect/>
          </a:stretch>
        </p:blipFill>
        <p:spPr>
          <a:xfrm>
            <a:off x="11301984" y="6144768"/>
            <a:ext cx="415447" cy="457200"/>
          </a:xfrm>
          <a:prstGeom prst="rect">
            <a:avLst/>
          </a:prstGeom>
        </p:spPr>
      </p:pic>
      <p:sp>
        <p:nvSpPr>
          <p:cNvPr id="2" name="title">
            <a:extLst xmlns:a="http://schemas.openxmlformats.org/drawingml/2006/main">
              <a:ext uri="{FF2B5EF4-FFF2-40B4-BE49-F238E27FC236}">
                <a16:creationId xmlns:a16="http://schemas.microsoft.com/office/drawing/2014/main" id="{F9B690E8-4C15-487D-9F7E-683130F68863}"/>
              </a:ext>
            </a:extLst>
          </p:cNvPr>
          <p:cNvSpPr>
            <a:spLocks xmlns:a="http://schemas.openxmlformats.org/drawingml/2006/main" noGrp="1"/>
          </p:cNvSpPr>
          <p:nvPr/>
        </p:nvSpPr>
        <p:spPr>
          <a:xfrm xmlns:a="http://schemas.openxmlformats.org/drawingml/2006/main">
            <a:off x="841248" y="822960"/>
            <a:ext cx="4343400" cy="5120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850" b="1">
                <a:solidFill>
                  <a:srgbClr val="082A45"/>
                </a:solidFill>
                <a:latin typeface="Inter"/>
                <a:ea typeface="Inter"/>
                <a:cs typeface="Inter"/>
              </a:defRPr>
            </a:defPPr>
            <a:lvl1pPr>
              <a:defRPr sz="2850" b="1">
                <a:solidFill>
                  <a:srgbClr val="082A45"/>
                </a:solidFill>
                <a:latin typeface="Inter"/>
                <a:ea typeface="Inter"/>
                <a:cs typeface="Inter"/>
              </a:defRPr>
            </a:lvl1pPr>
            <a:lvl2pPr>
              <a:defRPr sz="2850" b="1">
                <a:solidFill>
                  <a:srgbClr val="082A45"/>
                </a:solidFill>
                <a:latin typeface="Inter"/>
                <a:ea typeface="Inter"/>
                <a:cs typeface="Inter"/>
              </a:defRPr>
            </a:lvl2pPr>
            <a:lvl3pPr>
              <a:defRPr sz="2850" b="1">
                <a:solidFill>
                  <a:srgbClr val="082A45"/>
                </a:solidFill>
                <a:latin typeface="Inter"/>
                <a:ea typeface="Inter"/>
                <a:cs typeface="Inter"/>
              </a:defRPr>
            </a:lvl3pPr>
            <a:lvl4pPr>
              <a:defRPr sz="2850" b="1">
                <a:solidFill>
                  <a:srgbClr val="082A45"/>
                </a:solidFill>
                <a:latin typeface="Inter"/>
                <a:ea typeface="Inter"/>
                <a:cs typeface="Inter"/>
              </a:defRPr>
            </a:lvl4pPr>
            <a:lvl5pPr>
              <a:defRPr sz="2850" b="1">
                <a:solidFill>
                  <a:srgbClr val="082A45"/>
                </a:solidFill>
                <a:latin typeface="Inter"/>
                <a:ea typeface="Inter"/>
                <a:cs typeface="Inter"/>
              </a:defRPr>
            </a:lvl5pPr>
            <a:lvl6pPr>
              <a:defRPr sz="2850" b="1">
                <a:solidFill>
                  <a:srgbClr val="082A45"/>
                </a:solidFill>
                <a:latin typeface="Inter"/>
                <a:ea typeface="Inter"/>
                <a:cs typeface="Inter"/>
              </a:defRPr>
            </a:lvl6pPr>
            <a:lvl7pPr>
              <a:defRPr sz="2850" b="1">
                <a:solidFill>
                  <a:srgbClr val="082A45"/>
                </a:solidFill>
                <a:latin typeface="Inter"/>
                <a:ea typeface="Inter"/>
                <a:cs typeface="Inter"/>
              </a:defRPr>
            </a:lvl7pPr>
            <a:lvl8pPr>
              <a:defRPr sz="2850" b="1">
                <a:solidFill>
                  <a:srgbClr val="082A45"/>
                </a:solidFill>
                <a:latin typeface="Inter"/>
                <a:ea typeface="Inter"/>
                <a:cs typeface="Inter"/>
              </a:defRPr>
            </a:lvl8pPr>
            <a:lvl9pPr>
              <a:defRPr sz="2850" b="1">
                <a:solidFill>
                  <a:srgbClr val="082A45"/>
                </a:solidFill>
                <a:latin typeface="Inter"/>
                <a:ea typeface="Inter"/>
                <a:cs typeface="Inter"/>
              </a:defRPr>
            </a:lvl9pPr>
          </a:lstStyle>
          <a:p xmlns:a="http://schemas.openxmlformats.org/drawingml/2006/main">
            <a:pPr algn="l">
              <a:lnSpc>
                <a:spcPct val="95000"/>
              </a:lnSpc>
              <a:defRPr sz="2850" b="1">
                <a:solidFill>
                  <a:srgbClr val="082A45"/>
                </a:solidFill>
                <a:latin typeface="Inter"/>
                <a:ea typeface="Inter"/>
                <a:cs typeface="Inter"/>
              </a:defRPr>
            </a:pPr>
            <a:r>
              <a:rPr sz="4000" b="0">
                <a:solidFill>
                  <a:srgbClr val="082A45"/>
                </a:solidFill>
                <a:latin typeface="EB Garamond"/>
                <a:cs typeface="EB Garamond"/>
              </a:rPr>
              <a:t>O que você precisa saber</a:t>
            </a:r>
            <a:endParaRPr sz="4000"/>
          </a:p>
        </p:txBody>
      </p:sp>
      <p:sp>
        <p:nvSpPr>
          <p:cNvPr id="3" name="main">
            <a:extLst xmlns:a="http://schemas.openxmlformats.org/drawingml/2006/main">
              <a:ext uri="{FF2B5EF4-FFF2-40B4-BE49-F238E27FC236}">
                <a16:creationId xmlns:a16="http://schemas.microsoft.com/office/drawing/2014/main" id="{D3F1A2CF-6930-4E56-A87D-43BCBAD2A2F6}"/>
              </a:ext>
            </a:extLst>
          </p:cNvPr>
          <p:cNvSpPr>
            <a:spLocks xmlns:a="http://schemas.openxmlformats.org/drawingml/2006/main" noGrp="1"/>
          </p:cNvSpPr>
          <p:nvPr/>
        </p:nvSpPr>
        <p:spPr>
          <a:xfrm xmlns:a="http://schemas.openxmlformats.org/drawingml/2006/main">
            <a:off x="5989320" y="1188720"/>
            <a:ext cx="534924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b">
            <a:noAutofit/>
          </a:bodyPr>
          <a:lstStyle xmlns:a="http://schemas.openxmlformats.org/drawingml/2006/main">
            <a:defPPr>
              <a:defRPr sz="2700" b="0">
                <a:solidFill>
                  <a:srgbClr val="082A45"/>
                </a:solidFill>
                <a:latin typeface="Inter"/>
                <a:ea typeface="Inter"/>
                <a:cs typeface="Inter"/>
              </a:defRPr>
            </a:defPPr>
            <a:lvl1pPr>
              <a:defRPr sz="2700" b="0">
                <a:solidFill>
                  <a:srgbClr val="082A45"/>
                </a:solidFill>
                <a:latin typeface="Inter"/>
                <a:ea typeface="Inter"/>
                <a:cs typeface="Inter"/>
              </a:defRPr>
            </a:lvl1pPr>
            <a:lvl2pPr>
              <a:defRPr sz="2700" b="0">
                <a:solidFill>
                  <a:srgbClr val="082A45"/>
                </a:solidFill>
                <a:latin typeface="Inter"/>
                <a:ea typeface="Inter"/>
                <a:cs typeface="Inter"/>
              </a:defRPr>
            </a:lvl2pPr>
            <a:lvl3pPr>
              <a:defRPr sz="2700" b="0">
                <a:solidFill>
                  <a:srgbClr val="082A45"/>
                </a:solidFill>
                <a:latin typeface="Inter"/>
                <a:ea typeface="Inter"/>
                <a:cs typeface="Inter"/>
              </a:defRPr>
            </a:lvl3pPr>
            <a:lvl4pPr>
              <a:defRPr sz="2700" b="0">
                <a:solidFill>
                  <a:srgbClr val="082A45"/>
                </a:solidFill>
                <a:latin typeface="Inter"/>
                <a:ea typeface="Inter"/>
                <a:cs typeface="Inter"/>
              </a:defRPr>
            </a:lvl4pPr>
            <a:lvl5pPr>
              <a:defRPr sz="2700" b="0">
                <a:solidFill>
                  <a:srgbClr val="082A45"/>
                </a:solidFill>
                <a:latin typeface="Inter"/>
                <a:ea typeface="Inter"/>
                <a:cs typeface="Inter"/>
              </a:defRPr>
            </a:lvl5pPr>
            <a:lvl6pPr>
              <a:defRPr sz="2700" b="0">
                <a:solidFill>
                  <a:srgbClr val="082A45"/>
                </a:solidFill>
                <a:latin typeface="Inter"/>
                <a:ea typeface="Inter"/>
                <a:cs typeface="Inter"/>
              </a:defRPr>
            </a:lvl6pPr>
            <a:lvl7pPr>
              <a:defRPr sz="2700" b="0">
                <a:solidFill>
                  <a:srgbClr val="082A45"/>
                </a:solidFill>
                <a:latin typeface="Inter"/>
                <a:ea typeface="Inter"/>
                <a:cs typeface="Inter"/>
              </a:defRPr>
            </a:lvl7pPr>
            <a:lvl8pPr>
              <a:defRPr sz="2700" b="0">
                <a:solidFill>
                  <a:srgbClr val="082A45"/>
                </a:solidFill>
                <a:latin typeface="Inter"/>
                <a:ea typeface="Inter"/>
                <a:cs typeface="Inter"/>
              </a:defRPr>
            </a:lvl8pPr>
            <a:lvl9pPr>
              <a:defRPr sz="2700" b="0">
                <a:solidFill>
                  <a:srgbClr val="082A45"/>
                </a:solidFill>
                <a:latin typeface="Inter"/>
                <a:ea typeface="Inter"/>
                <a:cs typeface="Inter"/>
              </a:defRPr>
            </a:lvl9pPr>
          </a:lstStyle>
          <a:p xmlns:a="http://schemas.openxmlformats.org/drawingml/2006/main">
            <a:pPr algn="l">
              <a:lnSpc>
                <a:spcPct val="100000"/>
              </a:lnSpc>
              <a:defRPr sz="2700" b="0">
                <a:solidFill>
                  <a:srgbClr val="082A45"/>
                </a:solidFill>
                <a:latin typeface="Inter"/>
                <a:ea typeface="Inter"/>
                <a:cs typeface="Inter"/>
              </a:defRPr>
            </a:pPr>
            <a:r>
              <a:rPr sz="3200" b="0">
                <a:solidFill>
                  <a:srgbClr val="082A45"/>
                </a:solidFill>
                <a:latin typeface="EB Garamond"/>
                <a:cs typeface="EB Garamond"/>
              </a:rPr>
              <a:t>Os conceitos serão apresentados progressivamente.</a:t>
            </a:r>
            <a:endParaRPr sz="3200"/>
          </a:p>
        </p:txBody>
      </p:sp>
      <p:sp>
        <p:nvSpPr>
          <p:cNvPr id="4" name="body">
            <a:extLst xmlns:a="http://schemas.openxmlformats.org/drawingml/2006/main">
              <a:ext uri="{FF2B5EF4-FFF2-40B4-BE49-F238E27FC236}">
                <a16:creationId xmlns:a16="http://schemas.microsoft.com/office/drawing/2014/main" id="{22AA307A-2740-40D8-B438-83C0DA329123}"/>
              </a:ext>
            </a:extLst>
          </p:cNvPr>
          <p:cNvSpPr>
            <a:spLocks xmlns:a="http://schemas.openxmlformats.org/drawingml/2006/main" noGrp="1"/>
          </p:cNvSpPr>
          <p:nvPr/>
        </p:nvSpPr>
        <p:spPr>
          <a:xfrm xmlns:a="http://schemas.openxmlformats.org/drawingml/2006/main">
            <a:off x="5989320" y="2834640"/>
            <a:ext cx="534924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82A45"/>
                </a:solidFill>
                <a:latin typeface="Inter"/>
                <a:ea typeface="Inter"/>
                <a:cs typeface="Inter"/>
              </a:defRPr>
            </a:defPPr>
            <a:lvl1pPr>
              <a:defRPr sz="2325" b="0">
                <a:solidFill>
                  <a:srgbClr val="082A45"/>
                </a:solidFill>
                <a:latin typeface="Inter"/>
                <a:ea typeface="Inter"/>
                <a:cs typeface="Inter"/>
              </a:defRPr>
            </a:lvl1pPr>
            <a:lvl2pPr>
              <a:defRPr sz="2325" b="0">
                <a:solidFill>
                  <a:srgbClr val="082A45"/>
                </a:solidFill>
                <a:latin typeface="Inter"/>
                <a:ea typeface="Inter"/>
                <a:cs typeface="Inter"/>
              </a:defRPr>
            </a:lvl2pPr>
            <a:lvl3pPr>
              <a:defRPr sz="2325" b="0">
                <a:solidFill>
                  <a:srgbClr val="082A45"/>
                </a:solidFill>
                <a:latin typeface="Inter"/>
                <a:ea typeface="Inter"/>
                <a:cs typeface="Inter"/>
              </a:defRPr>
            </a:lvl3pPr>
            <a:lvl4pPr>
              <a:defRPr sz="2325" b="0">
                <a:solidFill>
                  <a:srgbClr val="082A45"/>
                </a:solidFill>
                <a:latin typeface="Inter"/>
                <a:ea typeface="Inter"/>
                <a:cs typeface="Inter"/>
              </a:defRPr>
            </a:lvl4pPr>
            <a:lvl5pPr>
              <a:defRPr sz="2325" b="0">
                <a:solidFill>
                  <a:srgbClr val="082A45"/>
                </a:solidFill>
                <a:latin typeface="Inter"/>
                <a:ea typeface="Inter"/>
                <a:cs typeface="Inter"/>
              </a:defRPr>
            </a:lvl5pPr>
            <a:lvl6pPr>
              <a:defRPr sz="2325" b="0">
                <a:solidFill>
                  <a:srgbClr val="082A45"/>
                </a:solidFill>
                <a:latin typeface="Inter"/>
                <a:ea typeface="Inter"/>
                <a:cs typeface="Inter"/>
              </a:defRPr>
            </a:lvl6pPr>
            <a:lvl7pPr>
              <a:defRPr sz="2325" b="0">
                <a:solidFill>
                  <a:srgbClr val="082A45"/>
                </a:solidFill>
                <a:latin typeface="Inter"/>
                <a:ea typeface="Inter"/>
                <a:cs typeface="Inter"/>
              </a:defRPr>
            </a:lvl7pPr>
            <a:lvl8pPr>
              <a:defRPr sz="2325" b="0">
                <a:solidFill>
                  <a:srgbClr val="082A45"/>
                </a:solidFill>
                <a:latin typeface="Inter"/>
                <a:ea typeface="Inter"/>
                <a:cs typeface="Inter"/>
              </a:defRPr>
            </a:lvl8pPr>
            <a:lvl9pPr>
              <a:defRPr sz="2325" b="0">
                <a:solidFill>
                  <a:srgbClr val="082A45"/>
                </a:solidFill>
                <a:latin typeface="Inter"/>
                <a:ea typeface="Inter"/>
                <a:cs typeface="Inter"/>
              </a:defRPr>
            </a:lvl9pPr>
          </a:lstStyle>
          <a:p xmlns:a="http://schemas.openxmlformats.org/drawingml/2006/main">
            <a:pPr algn="l">
              <a:lnSpc>
                <a:spcPct val="120000"/>
              </a:lnSpc>
              <a:spcAft>
                <a:spcPts val="0"/>
              </a:spcAft>
              <a:defRPr sz="2325" b="0">
                <a:solidFill>
                  <a:srgbClr val="082A45"/>
                </a:solidFill>
                <a:latin typeface="Inter"/>
                <a:ea typeface="Inter"/>
                <a:cs typeface="Inter"/>
              </a:defRPr>
            </a:pPr>
            <a:r>
              <a:rPr sz="2300" b="0">
                <a:solidFill>
                  <a:srgbClr val="173F52"/>
                </a:solidFill>
                <a:latin typeface="Inter"/>
                <a:cs typeface="Inter"/>
              </a:rPr>
              <a:t>Você pode perguntar, discordar e manter suas próprias referências.</a:t>
            </a:r>
            <a:endParaRPr sz="2300"/>
          </a:p>
          <a:p xmlns:a="http://schemas.openxmlformats.org/drawingml/2006/main">
            <a:pPr algn="l">
              <a:lnSpc>
                <a:spcPct val="120000"/>
              </a:lnSpc>
              <a:spcAft>
                <a:spcPts val="0"/>
              </a:spcAft>
            </a:pPr>
            <a:r>
              <a:rPr sz="2300" b="0">
                <a:solidFill>
                  <a:srgbClr val="173F52"/>
                </a:solidFill>
                <a:latin typeface="Inter"/>
                <a:cs typeface="Inter"/>
              </a:rPr>
              <a:t/>
            </a:r>
            <a:endParaRPr sz="2300"/>
          </a:p>
          <a:p xmlns:a="http://schemas.openxmlformats.org/drawingml/2006/main">
            <a:pPr algn="l">
              <a:lnSpc>
                <a:spcPct val="120000"/>
              </a:lnSpc>
              <a:spcAft>
                <a:spcPts val="0"/>
              </a:spcAft>
              <a:defRPr sz="2325" b="0">
                <a:solidFill>
                  <a:srgbClr val="082A45"/>
                </a:solidFill>
                <a:latin typeface="Inter"/>
                <a:ea typeface="Inter"/>
                <a:cs typeface="Inter"/>
              </a:defRPr>
            </a:pPr>
            <a:r>
              <a:rPr sz="2300" b="0">
                <a:solidFill>
                  <a:srgbClr val="173F52"/>
                </a:solidFill>
                <a:latin typeface="Inter"/>
                <a:cs typeface="Inter"/>
              </a:rPr>
              <a:t>Uma impressão ou um “ainda não sei” podem oferecer um começo.</a:t>
            </a:r>
            <a:endParaRPr sz="2300"/>
          </a:p>
        </p:txBody>
      </p:sp>
      <p:sp>
        <p:nvSpPr>
          <p:cNvPr id="6" name="number">
            <a:extLst xmlns:a="http://schemas.openxmlformats.org/drawingml/2006/main">
              <a:ext uri="{FF2B5EF4-FFF2-40B4-BE49-F238E27FC236}">
                <a16:creationId xmlns:a16="http://schemas.microsoft.com/office/drawing/2014/main" id="{1B41C2FB-A529-4EC3-86D2-8D7EEEFA7AD0}"/>
              </a:ext>
            </a:extLst>
          </p:cNvPr>
          <p:cNvSpPr>
            <a:spLocks xmlns:a="http://schemas.openxmlformats.org/drawingml/2006/main" noGrp="1"/>
          </p:cNvSpPr>
          <p:nvPr/>
        </p:nvSpPr>
        <p:spPr>
          <a:xfrm xmlns:a="http://schemas.openxmlformats.org/drawingml/2006/main">
            <a:off x="841248" y="6291072"/>
            <a:ext cx="13716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245E78"/>
                </a:solidFill>
                <a:latin typeface="Inter"/>
                <a:ea typeface="Inter"/>
                <a:cs typeface="Inter"/>
              </a:defRPr>
            </a:defPPr>
            <a:lvl1pPr>
              <a:defRPr sz="1125" b="0">
                <a:solidFill>
                  <a:srgbClr val="245E78"/>
                </a:solidFill>
                <a:latin typeface="Inter"/>
                <a:ea typeface="Inter"/>
                <a:cs typeface="Inter"/>
              </a:defRPr>
            </a:lvl1pPr>
            <a:lvl2pPr>
              <a:defRPr sz="1125" b="0">
                <a:solidFill>
                  <a:srgbClr val="245E78"/>
                </a:solidFill>
                <a:latin typeface="Inter"/>
                <a:ea typeface="Inter"/>
                <a:cs typeface="Inter"/>
              </a:defRPr>
            </a:lvl2pPr>
            <a:lvl3pPr>
              <a:defRPr sz="1125" b="0">
                <a:solidFill>
                  <a:srgbClr val="245E78"/>
                </a:solidFill>
                <a:latin typeface="Inter"/>
                <a:ea typeface="Inter"/>
                <a:cs typeface="Inter"/>
              </a:defRPr>
            </a:lvl3pPr>
            <a:lvl4pPr>
              <a:defRPr sz="1125" b="0">
                <a:solidFill>
                  <a:srgbClr val="245E78"/>
                </a:solidFill>
                <a:latin typeface="Inter"/>
                <a:ea typeface="Inter"/>
                <a:cs typeface="Inter"/>
              </a:defRPr>
            </a:lvl4pPr>
            <a:lvl5pPr>
              <a:defRPr sz="1125" b="0">
                <a:solidFill>
                  <a:srgbClr val="245E78"/>
                </a:solidFill>
                <a:latin typeface="Inter"/>
                <a:ea typeface="Inter"/>
                <a:cs typeface="Inter"/>
              </a:defRPr>
            </a:lvl5pPr>
            <a:lvl6pPr>
              <a:defRPr sz="1125" b="0">
                <a:solidFill>
                  <a:srgbClr val="245E78"/>
                </a:solidFill>
                <a:latin typeface="Inter"/>
                <a:ea typeface="Inter"/>
                <a:cs typeface="Inter"/>
              </a:defRPr>
            </a:lvl6pPr>
            <a:lvl7pPr>
              <a:defRPr sz="1125" b="0">
                <a:solidFill>
                  <a:srgbClr val="245E78"/>
                </a:solidFill>
                <a:latin typeface="Inter"/>
                <a:ea typeface="Inter"/>
                <a:cs typeface="Inter"/>
              </a:defRPr>
            </a:lvl7pPr>
            <a:lvl8pPr>
              <a:defRPr sz="1125" b="0">
                <a:solidFill>
                  <a:srgbClr val="245E78"/>
                </a:solidFill>
                <a:latin typeface="Inter"/>
                <a:ea typeface="Inter"/>
                <a:cs typeface="Inter"/>
              </a:defRPr>
            </a:lvl8pPr>
            <a:lvl9pPr>
              <a:defRPr sz="1125" b="0">
                <a:solidFill>
                  <a:srgbClr val="245E78"/>
                </a:solidFill>
                <a:latin typeface="Inter"/>
                <a:ea typeface="Inter"/>
                <a:cs typeface="Inter"/>
              </a:defRPr>
            </a:lvl9pPr>
          </a:lstStyle>
          <a:p xmlns:a="http://schemas.openxmlformats.org/drawingml/2006/main">
            <a:pPr algn="l">
              <a:defRPr sz="1125" b="0">
                <a:solidFill>
                  <a:srgbClr val="245E78"/>
                </a:solidFill>
                <a:latin typeface="Inter"/>
                <a:ea typeface="Inter"/>
                <a:cs typeface="Inter"/>
              </a:defRPr>
            </a:pPr>
            <a:r>
              <a:rPr sz="1100" b="0" spc="100">
                <a:solidFill>
                  <a:srgbClr val="5A6B74"/>
                </a:solidFill>
                <a:latin typeface="Inter"/>
                <a:cs typeface="Inter"/>
              </a:rPr>
              <a:t>02</a:t>
            </a:r>
            <a:endParaRPr sz="1100"/>
          </a:p>
        </p:txBody>
      </p:sp>
    </p:spTree>
    <p:extLst>
      <p:ext uri="{BB962C8B-B14F-4D97-AF65-F5344CB8AC3E}">
        <p14:creationId xmlns:p14="http://schemas.microsoft.com/office/powerpoint/2010/main" val="1220532406"/>
      </p:ext>
    </p:extLst>
  </p:cSld>
  <p:transition spd="med">
    <p:fade/>
  </p:transition>
</p:sld>
</file>

<file path=ppt/slides/slide3.xml><?xml version="1.0" encoding="utf-8"?>
<p:sld xmlns:p="http://schemas.openxmlformats.org/presentationml/2006/main">
  <p:cSld>
    <p:bg>
      <p:bgPr>
        <a:solidFill xmlns:a="http://schemas.openxmlformats.org/drawingml/2006/main">
          <a:srgbClr val="F4EFEA"/>
        </a:solidFill>
      </p:bgPr>
    </p:bg>
    <p:spTree>
      <p:nvGrpSpPr>
        <p:cNvPr id="1" name=""/>
        <p:cNvGrpSpPr/>
        <p:nvPr/>
      </p:nvGrpSpPr>
      <p:grpSpPr>
        <a:xfrm xmlns:a="http://schemas.openxmlformats.org/drawingml/2006/main"/>
      </p:grpSpPr>
      <p:sp xmlns:a="http://schemas.openxmlformats.org/drawingml/2006/main">
        <p:nvSpPr>
          <p:cNvPr id="9" name="Rounded Rectangle 8"/>
          <p:cNvSpPr/>
          <p:nvPr/>
        </p:nvSpPr>
        <p:spPr>
          <a:xfrm>
            <a:off x="841248" y="2103120"/>
            <a:ext cx="10515600" cy="1737360"/>
          </a:xfrm>
          <a:prstGeom prst="roundRect">
            <a:avLst>
              <a:gd name="adj" fmla="val 5000"/>
            </a:avLst>
          </a:prstGeom>
          <a:solidFill>
            <a:srgbClr val="ECE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10" name="Oval 9"/>
          <p:cNvSpPr/>
          <p:nvPr/>
        </p:nvSpPr>
        <p:spPr>
          <a:xfrm>
            <a:off x="896112" y="4434840"/>
            <a:ext cx="128016" cy="128016"/>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xmlns:a="http://schemas.openxmlformats.org/drawingml/2006/main" xmlns:r="http://schemas.openxmlformats.org/officeDocument/2006/relationships">
        <p:nvPicPr>
          <p:cNvPr id="11" name="Picture 10" descr="sym_blue.png"/>
          <p:cNvPicPr>
            <a:picLocks noChangeAspect="1"/>
          </p:cNvPicPr>
          <p:nvPr/>
        </p:nvPicPr>
        <p:blipFill>
          <a:blip r:embed="rId4"/>
          <a:stretch>
            <a:fillRect/>
          </a:stretch>
        </p:blipFill>
        <p:spPr>
          <a:xfrm>
            <a:off x="11301984" y="6144768"/>
            <a:ext cx="415447" cy="457200"/>
          </a:xfrm>
          <a:prstGeom prst="rect">
            <a:avLst/>
          </a:prstGeom>
        </p:spPr>
      </p:pic>
      <p:sp>
        <p:nvSpPr>
          <p:cNvPr id="2" name="title">
            <a:extLst xmlns:a="http://schemas.openxmlformats.org/drawingml/2006/main">
              <a:ext uri="{FF2B5EF4-FFF2-40B4-BE49-F238E27FC236}">
                <a16:creationId xmlns:a16="http://schemas.microsoft.com/office/drawing/2014/main" id="{8872B53D-9CC7-4D56-A098-0DA60EA71243}"/>
              </a:ext>
            </a:extLst>
          </p:cNvPr>
          <p:cNvSpPr>
            <a:spLocks xmlns:a="http://schemas.openxmlformats.org/drawingml/2006/main" noGrp="1"/>
          </p:cNvSpPr>
          <p:nvPr/>
        </p:nvSpPr>
        <p:spPr>
          <a:xfrm xmlns:a="http://schemas.openxmlformats.org/drawingml/2006/main">
            <a:off x="841248" y="640080"/>
            <a:ext cx="10515600" cy="1188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b">
            <a:noAutofit/>
          </a:bodyPr>
          <a:lstStyle xmlns:a="http://schemas.openxmlformats.org/drawingml/2006/main">
            <a:defPPr>
              <a:defRPr sz="2850" b="1">
                <a:solidFill>
                  <a:srgbClr val="082A45"/>
                </a:solidFill>
                <a:latin typeface="Inter"/>
                <a:ea typeface="Inter"/>
                <a:cs typeface="Inter"/>
              </a:defRPr>
            </a:defPPr>
            <a:lvl1pPr>
              <a:defRPr sz="2850" b="1">
                <a:solidFill>
                  <a:srgbClr val="082A45"/>
                </a:solidFill>
                <a:latin typeface="Inter"/>
                <a:ea typeface="Inter"/>
                <a:cs typeface="Inter"/>
              </a:defRPr>
            </a:lvl1pPr>
            <a:lvl2pPr>
              <a:defRPr sz="2850" b="1">
                <a:solidFill>
                  <a:srgbClr val="082A45"/>
                </a:solidFill>
                <a:latin typeface="Inter"/>
                <a:ea typeface="Inter"/>
                <a:cs typeface="Inter"/>
              </a:defRPr>
            </a:lvl2pPr>
            <a:lvl3pPr>
              <a:defRPr sz="2850" b="1">
                <a:solidFill>
                  <a:srgbClr val="082A45"/>
                </a:solidFill>
                <a:latin typeface="Inter"/>
                <a:ea typeface="Inter"/>
                <a:cs typeface="Inter"/>
              </a:defRPr>
            </a:lvl3pPr>
            <a:lvl4pPr>
              <a:defRPr sz="2850" b="1">
                <a:solidFill>
                  <a:srgbClr val="082A45"/>
                </a:solidFill>
                <a:latin typeface="Inter"/>
                <a:ea typeface="Inter"/>
                <a:cs typeface="Inter"/>
              </a:defRPr>
            </a:lvl4pPr>
            <a:lvl5pPr>
              <a:defRPr sz="2850" b="1">
                <a:solidFill>
                  <a:srgbClr val="082A45"/>
                </a:solidFill>
                <a:latin typeface="Inter"/>
                <a:ea typeface="Inter"/>
                <a:cs typeface="Inter"/>
              </a:defRPr>
            </a:lvl5pPr>
            <a:lvl6pPr>
              <a:defRPr sz="2850" b="1">
                <a:solidFill>
                  <a:srgbClr val="082A45"/>
                </a:solidFill>
                <a:latin typeface="Inter"/>
                <a:ea typeface="Inter"/>
                <a:cs typeface="Inter"/>
              </a:defRPr>
            </a:lvl6pPr>
            <a:lvl7pPr>
              <a:defRPr sz="2850" b="1">
                <a:solidFill>
                  <a:srgbClr val="082A45"/>
                </a:solidFill>
                <a:latin typeface="Inter"/>
                <a:ea typeface="Inter"/>
                <a:cs typeface="Inter"/>
              </a:defRPr>
            </a:lvl7pPr>
            <a:lvl8pPr>
              <a:defRPr sz="2850" b="1">
                <a:solidFill>
                  <a:srgbClr val="082A45"/>
                </a:solidFill>
                <a:latin typeface="Inter"/>
                <a:ea typeface="Inter"/>
                <a:cs typeface="Inter"/>
              </a:defRPr>
            </a:lvl8pPr>
            <a:lvl9pPr>
              <a:defRPr sz="2850" b="1">
                <a:solidFill>
                  <a:srgbClr val="082A45"/>
                </a:solidFill>
                <a:latin typeface="Inter"/>
                <a:ea typeface="Inter"/>
                <a:cs typeface="Inter"/>
              </a:defRPr>
            </a:lvl9pPr>
          </a:lstStyle>
          <a:p xmlns:a="http://schemas.openxmlformats.org/drawingml/2006/main">
            <a:pPr algn="l">
              <a:lnSpc>
                <a:spcPct val="95000"/>
              </a:lnSpc>
              <a:defRPr sz="2850" b="1">
                <a:solidFill>
                  <a:srgbClr val="082A45"/>
                </a:solidFill>
                <a:latin typeface="Inter"/>
                <a:ea typeface="Inter"/>
                <a:cs typeface="Inter"/>
              </a:defRPr>
            </a:pPr>
            <a:r>
              <a:rPr sz="4000" b="0">
                <a:solidFill>
                  <a:srgbClr val="082A45"/>
                </a:solidFill>
                <a:latin typeface="EB Garamond"/>
                <a:cs typeface="EB Garamond"/>
              </a:rPr>
              <a:t>Tempo que caiba na vida</a:t>
            </a:r>
            <a:endParaRPr sz="4000"/>
          </a:p>
        </p:txBody>
      </p:sp>
      <p:sp>
        <p:nvSpPr>
          <p:cNvPr id="3" name="fiction">
            <a:extLst xmlns:a="http://schemas.openxmlformats.org/drawingml/2006/main">
              <a:ext uri="{FF2B5EF4-FFF2-40B4-BE49-F238E27FC236}">
                <a16:creationId xmlns:a16="http://schemas.microsoft.com/office/drawing/2014/main" id="{EB67B33E-E990-4533-A635-06D5605DC88A}"/>
              </a:ext>
            </a:extLst>
          </p:cNvPr>
          <p:cNvSpPr>
            <a:spLocks xmlns:a="http://schemas.openxmlformats.org/drawingml/2006/main" noGrp="1"/>
          </p:cNvSpPr>
          <p:nvPr/>
        </p:nvSpPr>
        <p:spPr>
          <a:xfrm xmlns:a="http://schemas.openxmlformats.org/drawingml/2006/main">
            <a:off x="1234440" y="2331720"/>
            <a:ext cx="548640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245E78"/>
                </a:solidFill>
                <a:latin typeface="Inter"/>
                <a:ea typeface="Inter"/>
                <a:cs typeface="Inter"/>
              </a:defRPr>
            </a:defPPr>
            <a:lvl1pPr>
              <a:defRPr sz="1725" b="0">
                <a:solidFill>
                  <a:srgbClr val="245E78"/>
                </a:solidFill>
                <a:latin typeface="Inter"/>
                <a:ea typeface="Inter"/>
                <a:cs typeface="Inter"/>
              </a:defRPr>
            </a:lvl1pPr>
            <a:lvl2pPr>
              <a:defRPr sz="1725" b="0">
                <a:solidFill>
                  <a:srgbClr val="245E78"/>
                </a:solidFill>
                <a:latin typeface="Inter"/>
                <a:ea typeface="Inter"/>
                <a:cs typeface="Inter"/>
              </a:defRPr>
            </a:lvl2pPr>
            <a:lvl3pPr>
              <a:defRPr sz="1725" b="0">
                <a:solidFill>
                  <a:srgbClr val="245E78"/>
                </a:solidFill>
                <a:latin typeface="Inter"/>
                <a:ea typeface="Inter"/>
                <a:cs typeface="Inter"/>
              </a:defRPr>
            </a:lvl3pPr>
            <a:lvl4pPr>
              <a:defRPr sz="1725" b="0">
                <a:solidFill>
                  <a:srgbClr val="245E78"/>
                </a:solidFill>
                <a:latin typeface="Inter"/>
                <a:ea typeface="Inter"/>
                <a:cs typeface="Inter"/>
              </a:defRPr>
            </a:lvl4pPr>
            <a:lvl5pPr>
              <a:defRPr sz="1725" b="0">
                <a:solidFill>
                  <a:srgbClr val="245E78"/>
                </a:solidFill>
                <a:latin typeface="Inter"/>
                <a:ea typeface="Inter"/>
                <a:cs typeface="Inter"/>
              </a:defRPr>
            </a:lvl5pPr>
            <a:lvl6pPr>
              <a:defRPr sz="1725" b="0">
                <a:solidFill>
                  <a:srgbClr val="245E78"/>
                </a:solidFill>
                <a:latin typeface="Inter"/>
                <a:ea typeface="Inter"/>
                <a:cs typeface="Inter"/>
              </a:defRPr>
            </a:lvl6pPr>
            <a:lvl7pPr>
              <a:defRPr sz="1725" b="0">
                <a:solidFill>
                  <a:srgbClr val="245E78"/>
                </a:solidFill>
                <a:latin typeface="Inter"/>
                <a:ea typeface="Inter"/>
                <a:cs typeface="Inter"/>
              </a:defRPr>
            </a:lvl7pPr>
            <a:lvl8pPr>
              <a:defRPr sz="1725" b="0">
                <a:solidFill>
                  <a:srgbClr val="245E78"/>
                </a:solidFill>
                <a:latin typeface="Inter"/>
                <a:ea typeface="Inter"/>
                <a:cs typeface="Inter"/>
              </a:defRPr>
            </a:lvl8pPr>
            <a:lvl9pPr>
              <a:defRPr sz="1725" b="0">
                <a:solidFill>
                  <a:srgbClr val="245E78"/>
                </a:solidFill>
                <a:latin typeface="Inter"/>
                <a:ea typeface="Inter"/>
                <a:cs typeface="Inter"/>
              </a:defRPr>
            </a:lvl9pPr>
          </a:lstStyle>
          <a:p xmlns:a="http://schemas.openxmlformats.org/drawingml/2006/main">
            <a:pPr algn="l">
              <a:defRPr sz="1725" b="0">
                <a:solidFill>
                  <a:srgbClr val="245E78"/>
                </a:solidFill>
                <a:latin typeface="Inter"/>
                <a:ea typeface="Inter"/>
                <a:cs typeface="Inter"/>
              </a:defRPr>
            </a:pPr>
            <a:r>
              <a:rPr sz="1300" b="1" spc="200">
                <a:solidFill>
                  <a:srgbClr val="5A6B74"/>
                </a:solidFill>
                <a:latin typeface="Inter"/>
                <a:cs typeface="Inter"/>
              </a:rPr>
              <a:t>EXEMPLO FICTÍCIO</a:t>
            </a:r>
            <a:endParaRPr sz="1300"/>
          </a:p>
        </p:txBody>
      </p:sp>
      <p:sp>
        <p:nvSpPr>
          <p:cNvPr id="4" name="quote">
            <a:extLst xmlns:a="http://schemas.openxmlformats.org/drawingml/2006/main">
              <a:ext uri="{FF2B5EF4-FFF2-40B4-BE49-F238E27FC236}">
                <a16:creationId xmlns:a16="http://schemas.microsoft.com/office/drawing/2014/main" id="{3169F8FC-3253-449A-89FC-C7D772CBE1E7}"/>
              </a:ext>
            </a:extLst>
          </p:cNvPr>
          <p:cNvSpPr>
            <a:spLocks xmlns:a="http://schemas.openxmlformats.org/drawingml/2006/main" noGrp="1"/>
          </p:cNvSpPr>
          <p:nvPr/>
        </p:nvSpPr>
        <p:spPr>
          <a:xfrm xmlns:a="http://schemas.openxmlformats.org/drawingml/2006/main">
            <a:off x="1234440" y="2743200"/>
            <a:ext cx="969264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82A45"/>
                </a:solidFill>
                <a:latin typeface="Inter"/>
                <a:ea typeface="Inter"/>
                <a:cs typeface="Inter"/>
              </a:defRPr>
            </a:defPPr>
            <a:lvl1pPr>
              <a:defRPr sz="3000" b="1">
                <a:solidFill>
                  <a:srgbClr val="082A45"/>
                </a:solidFill>
                <a:latin typeface="Inter"/>
                <a:ea typeface="Inter"/>
                <a:cs typeface="Inter"/>
              </a:defRPr>
            </a:lvl1pPr>
            <a:lvl2pPr>
              <a:defRPr sz="3000" b="1">
                <a:solidFill>
                  <a:srgbClr val="082A45"/>
                </a:solidFill>
                <a:latin typeface="Inter"/>
                <a:ea typeface="Inter"/>
                <a:cs typeface="Inter"/>
              </a:defRPr>
            </a:lvl2pPr>
            <a:lvl3pPr>
              <a:defRPr sz="3000" b="1">
                <a:solidFill>
                  <a:srgbClr val="082A45"/>
                </a:solidFill>
                <a:latin typeface="Inter"/>
                <a:ea typeface="Inter"/>
                <a:cs typeface="Inter"/>
              </a:defRPr>
            </a:lvl3pPr>
            <a:lvl4pPr>
              <a:defRPr sz="3000" b="1">
                <a:solidFill>
                  <a:srgbClr val="082A45"/>
                </a:solidFill>
                <a:latin typeface="Inter"/>
                <a:ea typeface="Inter"/>
                <a:cs typeface="Inter"/>
              </a:defRPr>
            </a:lvl4pPr>
            <a:lvl5pPr>
              <a:defRPr sz="3000" b="1">
                <a:solidFill>
                  <a:srgbClr val="082A45"/>
                </a:solidFill>
                <a:latin typeface="Inter"/>
                <a:ea typeface="Inter"/>
                <a:cs typeface="Inter"/>
              </a:defRPr>
            </a:lvl5pPr>
            <a:lvl6pPr>
              <a:defRPr sz="3000" b="1">
                <a:solidFill>
                  <a:srgbClr val="082A45"/>
                </a:solidFill>
                <a:latin typeface="Inter"/>
                <a:ea typeface="Inter"/>
                <a:cs typeface="Inter"/>
              </a:defRPr>
            </a:lvl6pPr>
            <a:lvl7pPr>
              <a:defRPr sz="3000" b="1">
                <a:solidFill>
                  <a:srgbClr val="082A45"/>
                </a:solidFill>
                <a:latin typeface="Inter"/>
                <a:ea typeface="Inter"/>
                <a:cs typeface="Inter"/>
              </a:defRPr>
            </a:lvl7pPr>
            <a:lvl8pPr>
              <a:defRPr sz="3000" b="1">
                <a:solidFill>
                  <a:srgbClr val="082A45"/>
                </a:solidFill>
                <a:latin typeface="Inter"/>
                <a:ea typeface="Inter"/>
                <a:cs typeface="Inter"/>
              </a:defRPr>
            </a:lvl8pPr>
            <a:lvl9pPr>
              <a:defRPr sz="3000" b="1">
                <a:solidFill>
                  <a:srgbClr val="082A45"/>
                </a:solidFill>
                <a:latin typeface="Inter"/>
                <a:ea typeface="Inter"/>
                <a:cs typeface="Inter"/>
              </a:defRPr>
            </a:lvl9pPr>
          </a:lstStyle>
          <a:p xmlns:a="http://schemas.openxmlformats.org/drawingml/2006/main">
            <a:pPr algn="l">
              <a:defRPr sz="3000" b="1">
                <a:solidFill>
                  <a:srgbClr val="082A45"/>
                </a:solidFill>
                <a:latin typeface="Inter"/>
                <a:ea typeface="Inter"/>
                <a:cs typeface="Inter"/>
              </a:defRPr>
            </a:pPr>
            <a:r>
              <a:rPr sz="3400" b="0" i="1">
                <a:solidFill>
                  <a:srgbClr val="5A6B74"/>
                </a:solidFill>
                <a:latin typeface="EB Garamond"/>
                <a:cs typeface="EB Garamond"/>
              </a:rPr>
              <a:t>“Eu nunca consigo levar essas coisas adiante.”</a:t>
            </a:r>
            <a:endParaRPr sz="3400"/>
          </a:p>
        </p:txBody>
      </p:sp>
      <p:sp>
        <p:nvSpPr>
          <p:cNvPr id="5" name="questions">
            <a:extLst xmlns:a="http://schemas.openxmlformats.org/drawingml/2006/main">
              <a:ext uri="{FF2B5EF4-FFF2-40B4-BE49-F238E27FC236}">
                <a16:creationId xmlns:a16="http://schemas.microsoft.com/office/drawing/2014/main" id="{484C5031-ED89-4D44-91B6-6048310F5824}"/>
              </a:ext>
            </a:extLst>
          </p:cNvPr>
          <p:cNvSpPr>
            <a:spLocks xmlns:a="http://schemas.openxmlformats.org/drawingml/2006/main" noGrp="1"/>
          </p:cNvSpPr>
          <p:nvPr/>
        </p:nvSpPr>
        <p:spPr>
          <a:xfrm xmlns:a="http://schemas.openxmlformats.org/drawingml/2006/main">
            <a:off x="1234440" y="4251960"/>
            <a:ext cx="9692640" cy="1280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082A45"/>
                </a:solidFill>
                <a:latin typeface="Inter"/>
                <a:ea typeface="Inter"/>
                <a:cs typeface="Inter"/>
              </a:defRPr>
            </a:defPPr>
            <a:lvl1pPr>
              <a:defRPr sz="2250" b="0">
                <a:solidFill>
                  <a:srgbClr val="082A45"/>
                </a:solidFill>
                <a:latin typeface="Inter"/>
                <a:ea typeface="Inter"/>
                <a:cs typeface="Inter"/>
              </a:defRPr>
            </a:lvl1pPr>
            <a:lvl2pPr>
              <a:defRPr sz="2250" b="0">
                <a:solidFill>
                  <a:srgbClr val="082A45"/>
                </a:solidFill>
                <a:latin typeface="Inter"/>
                <a:ea typeface="Inter"/>
                <a:cs typeface="Inter"/>
              </a:defRPr>
            </a:lvl2pPr>
            <a:lvl3pPr>
              <a:defRPr sz="2250" b="0">
                <a:solidFill>
                  <a:srgbClr val="082A45"/>
                </a:solidFill>
                <a:latin typeface="Inter"/>
                <a:ea typeface="Inter"/>
                <a:cs typeface="Inter"/>
              </a:defRPr>
            </a:lvl3pPr>
            <a:lvl4pPr>
              <a:defRPr sz="2250" b="0">
                <a:solidFill>
                  <a:srgbClr val="082A45"/>
                </a:solidFill>
                <a:latin typeface="Inter"/>
                <a:ea typeface="Inter"/>
                <a:cs typeface="Inter"/>
              </a:defRPr>
            </a:lvl4pPr>
            <a:lvl5pPr>
              <a:defRPr sz="2250" b="0">
                <a:solidFill>
                  <a:srgbClr val="082A45"/>
                </a:solidFill>
                <a:latin typeface="Inter"/>
                <a:ea typeface="Inter"/>
                <a:cs typeface="Inter"/>
              </a:defRPr>
            </a:lvl5pPr>
            <a:lvl6pPr>
              <a:defRPr sz="2250" b="0">
                <a:solidFill>
                  <a:srgbClr val="082A45"/>
                </a:solidFill>
                <a:latin typeface="Inter"/>
                <a:ea typeface="Inter"/>
                <a:cs typeface="Inter"/>
              </a:defRPr>
            </a:lvl6pPr>
            <a:lvl7pPr>
              <a:defRPr sz="2250" b="0">
                <a:solidFill>
                  <a:srgbClr val="082A45"/>
                </a:solidFill>
                <a:latin typeface="Inter"/>
                <a:ea typeface="Inter"/>
                <a:cs typeface="Inter"/>
              </a:defRPr>
            </a:lvl7pPr>
            <a:lvl8pPr>
              <a:defRPr sz="2250" b="0">
                <a:solidFill>
                  <a:srgbClr val="082A45"/>
                </a:solidFill>
                <a:latin typeface="Inter"/>
                <a:ea typeface="Inter"/>
                <a:cs typeface="Inter"/>
              </a:defRPr>
            </a:lvl8pPr>
            <a:lvl9pPr>
              <a:defRPr sz="2250" b="0">
                <a:solidFill>
                  <a:srgbClr val="082A45"/>
                </a:solidFill>
                <a:latin typeface="Inter"/>
                <a:ea typeface="Inter"/>
                <a:cs typeface="Inter"/>
              </a:defRPr>
            </a:lvl9pPr>
          </a:lstStyle>
          <a:p xmlns:a="http://schemas.openxmlformats.org/drawingml/2006/main">
            <a:pPr algn="l">
              <a:lnSpc>
                <a:spcPct val="110000"/>
              </a:lnSpc>
              <a:spcAft>
                <a:spcPts val="600"/>
              </a:spcAft>
              <a:defRPr sz="2250" b="0">
                <a:solidFill>
                  <a:srgbClr val="082A45"/>
                </a:solidFill>
                <a:latin typeface="Inter"/>
                <a:ea typeface="Inter"/>
                <a:cs typeface="Inter"/>
              </a:defRPr>
            </a:pPr>
            <a:r>
              <a:rPr sz="3000" b="0">
                <a:solidFill>
                  <a:srgbClr val="082A45"/>
                </a:solidFill>
                <a:latin typeface="EB Garamond"/>
                <a:cs typeface="EB Garamond"/>
              </a:rPr>
              <a:t>O horário funciona? Há interrupções?</a:t>
            </a:r>
            <a:endParaRPr sz="3000"/>
          </a:p>
          <a:p xmlns:a="http://schemas.openxmlformats.org/drawingml/2006/main">
            <a:pPr algn="l">
              <a:lnSpc>
                <a:spcPct val="110000"/>
              </a:lnSpc>
              <a:spcAft>
                <a:spcPts val="600"/>
              </a:spcAft>
              <a:defRPr sz="2250" b="0">
                <a:solidFill>
                  <a:srgbClr val="082A45"/>
                </a:solidFill>
                <a:latin typeface="Inter"/>
                <a:ea typeface="Inter"/>
                <a:cs typeface="Inter"/>
              </a:defRPr>
            </a:pPr>
            <a:r>
              <a:rPr sz="3000" b="0">
                <a:solidFill>
                  <a:srgbClr val="082A45"/>
                </a:solidFill>
                <a:latin typeface="EB Garamond"/>
                <a:cs typeface="EB Garamond"/>
              </a:rPr>
              <a:t>Preciso descansar ou combinar algum apoio?</a:t>
            </a:r>
            <a:endParaRPr sz="3000"/>
          </a:p>
        </p:txBody>
      </p:sp>
      <p:sp>
        <p:nvSpPr>
          <p:cNvPr id="6" name="foot">
            <a:extLst xmlns:a="http://schemas.openxmlformats.org/drawingml/2006/main">
              <a:ext uri="{FF2B5EF4-FFF2-40B4-BE49-F238E27FC236}">
                <a16:creationId xmlns:a16="http://schemas.microsoft.com/office/drawing/2014/main" id="{BCAE30BD-E50B-44DE-97DF-EFA0604174B5}"/>
              </a:ext>
            </a:extLst>
          </p:cNvPr>
          <p:cNvSpPr>
            <a:spLocks xmlns:a="http://schemas.openxmlformats.org/drawingml/2006/main" noGrp="1"/>
          </p:cNvSpPr>
          <p:nvPr/>
        </p:nvSpPr>
        <p:spPr>
          <a:xfrm xmlns:a="http://schemas.openxmlformats.org/drawingml/2006/main">
            <a:off x="841248" y="5623560"/>
            <a:ext cx="1051560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45E78"/>
                </a:solidFill>
                <a:latin typeface="Inter"/>
                <a:ea typeface="Inter"/>
                <a:cs typeface="Inter"/>
              </a:defRPr>
            </a:defPPr>
            <a:lvl1pPr>
              <a:defRPr sz="1875" b="0">
                <a:solidFill>
                  <a:srgbClr val="245E78"/>
                </a:solidFill>
                <a:latin typeface="Inter"/>
                <a:ea typeface="Inter"/>
                <a:cs typeface="Inter"/>
              </a:defRPr>
            </a:lvl1pPr>
            <a:lvl2pPr>
              <a:defRPr sz="1875" b="0">
                <a:solidFill>
                  <a:srgbClr val="245E78"/>
                </a:solidFill>
                <a:latin typeface="Inter"/>
                <a:ea typeface="Inter"/>
                <a:cs typeface="Inter"/>
              </a:defRPr>
            </a:lvl2pPr>
            <a:lvl3pPr>
              <a:defRPr sz="1875" b="0">
                <a:solidFill>
                  <a:srgbClr val="245E78"/>
                </a:solidFill>
                <a:latin typeface="Inter"/>
                <a:ea typeface="Inter"/>
                <a:cs typeface="Inter"/>
              </a:defRPr>
            </a:lvl3pPr>
            <a:lvl4pPr>
              <a:defRPr sz="1875" b="0">
                <a:solidFill>
                  <a:srgbClr val="245E78"/>
                </a:solidFill>
                <a:latin typeface="Inter"/>
                <a:ea typeface="Inter"/>
                <a:cs typeface="Inter"/>
              </a:defRPr>
            </a:lvl4pPr>
            <a:lvl5pPr>
              <a:defRPr sz="1875" b="0">
                <a:solidFill>
                  <a:srgbClr val="245E78"/>
                </a:solidFill>
                <a:latin typeface="Inter"/>
                <a:ea typeface="Inter"/>
                <a:cs typeface="Inter"/>
              </a:defRPr>
            </a:lvl5pPr>
            <a:lvl6pPr>
              <a:defRPr sz="1875" b="0">
                <a:solidFill>
                  <a:srgbClr val="245E78"/>
                </a:solidFill>
                <a:latin typeface="Inter"/>
                <a:ea typeface="Inter"/>
                <a:cs typeface="Inter"/>
              </a:defRPr>
            </a:lvl6pPr>
            <a:lvl7pPr>
              <a:defRPr sz="1875" b="0">
                <a:solidFill>
                  <a:srgbClr val="245E78"/>
                </a:solidFill>
                <a:latin typeface="Inter"/>
                <a:ea typeface="Inter"/>
                <a:cs typeface="Inter"/>
              </a:defRPr>
            </a:lvl7pPr>
            <a:lvl8pPr>
              <a:defRPr sz="1875" b="0">
                <a:solidFill>
                  <a:srgbClr val="245E78"/>
                </a:solidFill>
                <a:latin typeface="Inter"/>
                <a:ea typeface="Inter"/>
                <a:cs typeface="Inter"/>
              </a:defRPr>
            </a:lvl8pPr>
            <a:lvl9pPr>
              <a:defRPr sz="1875" b="0">
                <a:solidFill>
                  <a:srgbClr val="245E78"/>
                </a:solidFill>
                <a:latin typeface="Inter"/>
                <a:ea typeface="Inter"/>
                <a:cs typeface="Inter"/>
              </a:defRPr>
            </a:lvl9pPr>
          </a:lstStyle>
          <a:p xmlns:a="http://schemas.openxmlformats.org/drawingml/2006/main">
            <a:pPr algn="l">
              <a:defRPr sz="1875" b="0">
                <a:solidFill>
                  <a:srgbClr val="245E78"/>
                </a:solidFill>
                <a:latin typeface="Inter"/>
                <a:ea typeface="Inter"/>
                <a:cs typeface="Inter"/>
              </a:defRPr>
            </a:pPr>
            <a:r>
              <a:rPr sz="2300" b="0" i="1">
                <a:solidFill>
                  <a:srgbClr val="245E78"/>
                </a:solidFill>
                <a:latin typeface="EB Garamond"/>
                <a:cs typeface="EB Garamond"/>
              </a:rPr>
              <a:t>Escolha um período possível e deixe um ponto de retomada.</a:t>
            </a:r>
            <a:endParaRPr sz="2300"/>
          </a:p>
        </p:txBody>
      </p:sp>
      <p:sp>
        <p:nvSpPr>
          <p:cNvPr id="8" name="number">
            <a:extLst xmlns:a="http://schemas.openxmlformats.org/drawingml/2006/main">
              <a:ext uri="{FF2B5EF4-FFF2-40B4-BE49-F238E27FC236}">
                <a16:creationId xmlns:a16="http://schemas.microsoft.com/office/drawing/2014/main" id="{FE20ACBF-EDF5-4B77-9513-1B3EA17498EC}"/>
              </a:ext>
            </a:extLst>
          </p:cNvPr>
          <p:cNvSpPr>
            <a:spLocks xmlns:a="http://schemas.openxmlformats.org/drawingml/2006/main" noGrp="1"/>
          </p:cNvSpPr>
          <p:nvPr/>
        </p:nvSpPr>
        <p:spPr>
          <a:xfrm xmlns:a="http://schemas.openxmlformats.org/drawingml/2006/main">
            <a:off x="841248" y="6291072"/>
            <a:ext cx="13716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245E78"/>
                </a:solidFill>
                <a:latin typeface="Inter"/>
                <a:ea typeface="Inter"/>
                <a:cs typeface="Inter"/>
              </a:defRPr>
            </a:defPPr>
            <a:lvl1pPr>
              <a:defRPr sz="1125" b="0">
                <a:solidFill>
                  <a:srgbClr val="245E78"/>
                </a:solidFill>
                <a:latin typeface="Inter"/>
                <a:ea typeface="Inter"/>
                <a:cs typeface="Inter"/>
              </a:defRPr>
            </a:lvl1pPr>
            <a:lvl2pPr>
              <a:defRPr sz="1125" b="0">
                <a:solidFill>
                  <a:srgbClr val="245E78"/>
                </a:solidFill>
                <a:latin typeface="Inter"/>
                <a:ea typeface="Inter"/>
                <a:cs typeface="Inter"/>
              </a:defRPr>
            </a:lvl2pPr>
            <a:lvl3pPr>
              <a:defRPr sz="1125" b="0">
                <a:solidFill>
                  <a:srgbClr val="245E78"/>
                </a:solidFill>
                <a:latin typeface="Inter"/>
                <a:ea typeface="Inter"/>
                <a:cs typeface="Inter"/>
              </a:defRPr>
            </a:lvl3pPr>
            <a:lvl4pPr>
              <a:defRPr sz="1125" b="0">
                <a:solidFill>
                  <a:srgbClr val="245E78"/>
                </a:solidFill>
                <a:latin typeface="Inter"/>
                <a:ea typeface="Inter"/>
                <a:cs typeface="Inter"/>
              </a:defRPr>
            </a:lvl4pPr>
            <a:lvl5pPr>
              <a:defRPr sz="1125" b="0">
                <a:solidFill>
                  <a:srgbClr val="245E78"/>
                </a:solidFill>
                <a:latin typeface="Inter"/>
                <a:ea typeface="Inter"/>
                <a:cs typeface="Inter"/>
              </a:defRPr>
            </a:lvl5pPr>
            <a:lvl6pPr>
              <a:defRPr sz="1125" b="0">
                <a:solidFill>
                  <a:srgbClr val="245E78"/>
                </a:solidFill>
                <a:latin typeface="Inter"/>
                <a:ea typeface="Inter"/>
                <a:cs typeface="Inter"/>
              </a:defRPr>
            </a:lvl6pPr>
            <a:lvl7pPr>
              <a:defRPr sz="1125" b="0">
                <a:solidFill>
                  <a:srgbClr val="245E78"/>
                </a:solidFill>
                <a:latin typeface="Inter"/>
                <a:ea typeface="Inter"/>
                <a:cs typeface="Inter"/>
              </a:defRPr>
            </a:lvl7pPr>
            <a:lvl8pPr>
              <a:defRPr sz="1125" b="0">
                <a:solidFill>
                  <a:srgbClr val="245E78"/>
                </a:solidFill>
                <a:latin typeface="Inter"/>
                <a:ea typeface="Inter"/>
                <a:cs typeface="Inter"/>
              </a:defRPr>
            </a:lvl8pPr>
            <a:lvl9pPr>
              <a:defRPr sz="1125" b="0">
                <a:solidFill>
                  <a:srgbClr val="245E78"/>
                </a:solidFill>
                <a:latin typeface="Inter"/>
                <a:ea typeface="Inter"/>
                <a:cs typeface="Inter"/>
              </a:defRPr>
            </a:lvl9pPr>
          </a:lstStyle>
          <a:p xmlns:a="http://schemas.openxmlformats.org/drawingml/2006/main">
            <a:pPr algn="l">
              <a:defRPr sz="1125" b="0">
                <a:solidFill>
                  <a:srgbClr val="245E78"/>
                </a:solidFill>
                <a:latin typeface="Inter"/>
                <a:ea typeface="Inter"/>
                <a:cs typeface="Inter"/>
              </a:defRPr>
            </a:pPr>
            <a:r>
              <a:rPr sz="1100" b="0" spc="100">
                <a:solidFill>
                  <a:srgbClr val="5A6B74"/>
                </a:solidFill>
                <a:latin typeface="Inter"/>
                <a:cs typeface="Inter"/>
              </a:rPr>
              <a:t>03</a:t>
            </a:r>
            <a:endParaRPr sz="1100"/>
          </a:p>
        </p:txBody>
      </p:sp>
    </p:spTree>
    <p:extLst>
      <p:ext uri="{BB962C8B-B14F-4D97-AF65-F5344CB8AC3E}">
        <p14:creationId xmlns:p14="http://schemas.microsoft.com/office/powerpoint/2010/main" val="762718152"/>
      </p:ext>
    </p:extLst>
  </p:cSld>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p="http://schemas.openxmlformats.org/presentationml/2006/main">
  <p:cSld>
    <p:bg>
      <p:bgPr>
        <a:solidFill xmlns:a="http://schemas.openxmlformats.org/drawingml/2006/main">
          <a:srgbClr val="F4EFEA"/>
        </a:solidFill>
      </p:bgPr>
    </p:bg>
    <p:spTree>
      <p:nvGrpSpPr>
        <p:cNvPr id="1" name=""/>
        <p:cNvGrpSpPr/>
        <p:nvPr/>
      </p:nvGrpSpPr>
      <p:grpSpPr>
        <a:xfrm xmlns:a="http://schemas.openxmlformats.org/drawingml/2006/main"/>
      </p:grpSpPr>
      <p:sp xmlns:a="http://schemas.openxmlformats.org/drawingml/2006/main">
        <p:nvSpPr>
          <p:cNvPr id="13" name="Rounded Rectangle 12"/>
          <p:cNvSpPr/>
          <p:nvPr/>
        </p:nvSpPr>
        <p:spPr>
          <a:xfrm>
            <a:off x="841248" y="2103120"/>
            <a:ext cx="10515600" cy="3886200"/>
          </a:xfrm>
          <a:prstGeom prst="roundRect">
            <a:avLst>
              <a:gd name="adj" fmla="val 3000"/>
            </a:avLst>
          </a:prstGeom>
          <a:solidFill>
            <a:srgbClr val="FBF8F4"/>
          </a:solidFill>
          <a:ln w="9525">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14" name="Oval 13"/>
          <p:cNvSpPr/>
          <p:nvPr/>
        </p:nvSpPr>
        <p:spPr>
          <a:xfrm>
            <a:off x="1225295" y="2624328"/>
            <a:ext cx="109728" cy="109728"/>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15" name="Rectangle 14"/>
          <p:cNvSpPr/>
          <p:nvPr/>
        </p:nvSpPr>
        <p:spPr>
          <a:xfrm>
            <a:off x="1188720" y="3136392"/>
            <a:ext cx="9820656" cy="13716"/>
          </a:xfrm>
          <a:prstGeom prst="rect">
            <a:avLst/>
          </a:prstGeom>
          <a:solidFill>
            <a:srgbClr val="E2D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16" name="Oval 15"/>
          <p:cNvSpPr/>
          <p:nvPr/>
        </p:nvSpPr>
        <p:spPr>
          <a:xfrm>
            <a:off x="1225295" y="3538728"/>
            <a:ext cx="109728" cy="109728"/>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17" name="Rectangle 16"/>
          <p:cNvSpPr/>
          <p:nvPr/>
        </p:nvSpPr>
        <p:spPr>
          <a:xfrm>
            <a:off x="1188720" y="4050792"/>
            <a:ext cx="9820656" cy="13716"/>
          </a:xfrm>
          <a:prstGeom prst="rect">
            <a:avLst/>
          </a:prstGeom>
          <a:solidFill>
            <a:srgbClr val="E2D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18" name="Oval 17"/>
          <p:cNvSpPr/>
          <p:nvPr/>
        </p:nvSpPr>
        <p:spPr>
          <a:xfrm>
            <a:off x="1225295" y="4453128"/>
            <a:ext cx="109728" cy="109728"/>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19" name="Rectangle 18"/>
          <p:cNvSpPr/>
          <p:nvPr/>
        </p:nvSpPr>
        <p:spPr>
          <a:xfrm>
            <a:off x="1188720" y="4965192"/>
            <a:ext cx="9820656" cy="13716"/>
          </a:xfrm>
          <a:prstGeom prst="rect">
            <a:avLst/>
          </a:prstGeom>
          <a:solidFill>
            <a:srgbClr val="E2D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20" name="Oval 19"/>
          <p:cNvSpPr/>
          <p:nvPr/>
        </p:nvSpPr>
        <p:spPr>
          <a:xfrm>
            <a:off x="1225295" y="5367528"/>
            <a:ext cx="109728" cy="109728"/>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xmlns:a="http://schemas.openxmlformats.org/drawingml/2006/main" xmlns:r="http://schemas.openxmlformats.org/officeDocument/2006/relationships">
        <p:nvPicPr>
          <p:cNvPr id="21" name="Picture 20" descr="sym_blue.png"/>
          <p:cNvPicPr>
            <a:picLocks noChangeAspect="1"/>
          </p:cNvPicPr>
          <p:nvPr/>
        </p:nvPicPr>
        <p:blipFill>
          <a:blip r:embed="rId4"/>
          <a:stretch>
            <a:fillRect/>
          </a:stretch>
        </p:blipFill>
        <p:spPr>
          <a:xfrm>
            <a:off x="11301984" y="6144768"/>
            <a:ext cx="415447" cy="457200"/>
          </a:xfrm>
          <a:prstGeom prst="rect">
            <a:avLst/>
          </a:prstGeom>
        </p:spPr>
      </p:pic>
      <p:sp>
        <p:nvSpPr>
          <p:cNvPr id="2" name="title">
            <a:extLst xmlns:a="http://schemas.openxmlformats.org/drawingml/2006/main">
              <a:ext uri="{FF2B5EF4-FFF2-40B4-BE49-F238E27FC236}">
                <a16:creationId xmlns:a16="http://schemas.microsoft.com/office/drawing/2014/main" id="{7A3751FE-7AF7-42C4-9D29-2BB57A0D44FF}"/>
              </a:ext>
            </a:extLst>
          </p:cNvPr>
          <p:cNvSpPr>
            <a:spLocks xmlns:a="http://schemas.openxmlformats.org/drawingml/2006/main" noGrp="1"/>
          </p:cNvSpPr>
          <p:nvPr/>
        </p:nvSpPr>
        <p:spPr>
          <a:xfrm xmlns:a="http://schemas.openxmlformats.org/drawingml/2006/main">
            <a:off x="841248" y="640080"/>
            <a:ext cx="10515600" cy="1188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b">
            <a:noAutofit/>
          </a:bodyPr>
          <a:lstStyle xmlns:a="http://schemas.openxmlformats.org/drawingml/2006/main">
            <a:defPPr>
              <a:defRPr sz="2850" b="1">
                <a:solidFill>
                  <a:srgbClr val="082A45"/>
                </a:solidFill>
                <a:latin typeface="Inter"/>
                <a:ea typeface="Inter"/>
                <a:cs typeface="Inter"/>
              </a:defRPr>
            </a:defPPr>
            <a:lvl1pPr>
              <a:defRPr sz="2850" b="1">
                <a:solidFill>
                  <a:srgbClr val="082A45"/>
                </a:solidFill>
                <a:latin typeface="Inter"/>
                <a:ea typeface="Inter"/>
                <a:cs typeface="Inter"/>
              </a:defRPr>
            </a:lvl1pPr>
            <a:lvl2pPr>
              <a:defRPr sz="2850" b="1">
                <a:solidFill>
                  <a:srgbClr val="082A45"/>
                </a:solidFill>
                <a:latin typeface="Inter"/>
                <a:ea typeface="Inter"/>
                <a:cs typeface="Inter"/>
              </a:defRPr>
            </a:lvl2pPr>
            <a:lvl3pPr>
              <a:defRPr sz="2850" b="1">
                <a:solidFill>
                  <a:srgbClr val="082A45"/>
                </a:solidFill>
                <a:latin typeface="Inter"/>
                <a:ea typeface="Inter"/>
                <a:cs typeface="Inter"/>
              </a:defRPr>
            </a:lvl3pPr>
            <a:lvl4pPr>
              <a:defRPr sz="2850" b="1">
                <a:solidFill>
                  <a:srgbClr val="082A45"/>
                </a:solidFill>
                <a:latin typeface="Inter"/>
                <a:ea typeface="Inter"/>
                <a:cs typeface="Inter"/>
              </a:defRPr>
            </a:lvl4pPr>
            <a:lvl5pPr>
              <a:defRPr sz="2850" b="1">
                <a:solidFill>
                  <a:srgbClr val="082A45"/>
                </a:solidFill>
                <a:latin typeface="Inter"/>
                <a:ea typeface="Inter"/>
                <a:cs typeface="Inter"/>
              </a:defRPr>
            </a:lvl5pPr>
            <a:lvl6pPr>
              <a:defRPr sz="2850" b="1">
                <a:solidFill>
                  <a:srgbClr val="082A45"/>
                </a:solidFill>
                <a:latin typeface="Inter"/>
                <a:ea typeface="Inter"/>
                <a:cs typeface="Inter"/>
              </a:defRPr>
            </a:lvl6pPr>
            <a:lvl7pPr>
              <a:defRPr sz="2850" b="1">
                <a:solidFill>
                  <a:srgbClr val="082A45"/>
                </a:solidFill>
                <a:latin typeface="Inter"/>
                <a:ea typeface="Inter"/>
                <a:cs typeface="Inter"/>
              </a:defRPr>
            </a:lvl7pPr>
            <a:lvl8pPr>
              <a:defRPr sz="2850" b="1">
                <a:solidFill>
                  <a:srgbClr val="082A45"/>
                </a:solidFill>
                <a:latin typeface="Inter"/>
                <a:ea typeface="Inter"/>
                <a:cs typeface="Inter"/>
              </a:defRPr>
            </a:lvl8pPr>
            <a:lvl9pPr>
              <a:defRPr sz="2850" b="1">
                <a:solidFill>
                  <a:srgbClr val="082A45"/>
                </a:solidFill>
                <a:latin typeface="Inter"/>
                <a:ea typeface="Inter"/>
                <a:cs typeface="Inter"/>
              </a:defRPr>
            </a:lvl9pPr>
          </a:lstStyle>
          <a:p xmlns:a="http://schemas.openxmlformats.org/drawingml/2006/main">
            <a:pPr algn="l">
              <a:lnSpc>
                <a:spcPct val="95000"/>
              </a:lnSpc>
              <a:defRPr sz="2850" b="1">
                <a:solidFill>
                  <a:srgbClr val="082A45"/>
                </a:solidFill>
                <a:latin typeface="Inter"/>
                <a:ea typeface="Inter"/>
                <a:cs typeface="Inter"/>
              </a:defRPr>
            </a:pPr>
            <a:r>
              <a:rPr sz="4000" b="0">
                <a:solidFill>
                  <a:srgbClr val="082A45"/>
                </a:solidFill>
                <a:latin typeface="EB Garamond"/>
                <a:cs typeface="EB Garamond"/>
              </a:rPr>
              <a:t>Espaço recursos e privacidade</a:t>
            </a:r>
            <a:endParaRPr sz="4000"/>
          </a:p>
        </p:txBody>
      </p:sp>
      <p:sp>
        <p:nvSpPr>
          <p:cNvPr id="3" name="label0">
            <a:extLst xmlns:a="http://schemas.openxmlformats.org/drawingml/2006/main">
              <a:ext uri="{FF2B5EF4-FFF2-40B4-BE49-F238E27FC236}">
                <a16:creationId xmlns:a16="http://schemas.microsoft.com/office/drawing/2014/main" id="{515E61DD-AB3E-400F-9EC0-4F8A30D27D34}"/>
              </a:ext>
            </a:extLst>
          </p:cNvPr>
          <p:cNvSpPr>
            <a:spLocks xmlns:a="http://schemas.openxmlformats.org/drawingml/2006/main" noGrp="1"/>
          </p:cNvSpPr>
          <p:nvPr/>
        </p:nvSpPr>
        <p:spPr>
          <a:xfrm xmlns:a="http://schemas.openxmlformats.org/drawingml/2006/main">
            <a:off x="1554480" y="2423160"/>
            <a:ext cx="274320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325" b="1">
                <a:solidFill>
                  <a:srgbClr val="082A45"/>
                </a:solidFill>
                <a:latin typeface="Inter"/>
                <a:ea typeface="Inter"/>
                <a:cs typeface="Inter"/>
              </a:defRPr>
            </a:defPPr>
            <a:lvl1pPr>
              <a:defRPr sz="2325" b="1">
                <a:solidFill>
                  <a:srgbClr val="082A45"/>
                </a:solidFill>
                <a:latin typeface="Inter"/>
                <a:ea typeface="Inter"/>
                <a:cs typeface="Inter"/>
              </a:defRPr>
            </a:lvl1pPr>
            <a:lvl2pPr>
              <a:defRPr sz="2325" b="1">
                <a:solidFill>
                  <a:srgbClr val="082A45"/>
                </a:solidFill>
                <a:latin typeface="Inter"/>
                <a:ea typeface="Inter"/>
                <a:cs typeface="Inter"/>
              </a:defRPr>
            </a:lvl2pPr>
            <a:lvl3pPr>
              <a:defRPr sz="2325" b="1">
                <a:solidFill>
                  <a:srgbClr val="082A45"/>
                </a:solidFill>
                <a:latin typeface="Inter"/>
                <a:ea typeface="Inter"/>
                <a:cs typeface="Inter"/>
              </a:defRPr>
            </a:lvl3pPr>
            <a:lvl4pPr>
              <a:defRPr sz="2325" b="1">
                <a:solidFill>
                  <a:srgbClr val="082A45"/>
                </a:solidFill>
                <a:latin typeface="Inter"/>
                <a:ea typeface="Inter"/>
                <a:cs typeface="Inter"/>
              </a:defRPr>
            </a:lvl4pPr>
            <a:lvl5pPr>
              <a:defRPr sz="2325" b="1">
                <a:solidFill>
                  <a:srgbClr val="082A45"/>
                </a:solidFill>
                <a:latin typeface="Inter"/>
                <a:ea typeface="Inter"/>
                <a:cs typeface="Inter"/>
              </a:defRPr>
            </a:lvl5pPr>
            <a:lvl6pPr>
              <a:defRPr sz="2325" b="1">
                <a:solidFill>
                  <a:srgbClr val="082A45"/>
                </a:solidFill>
                <a:latin typeface="Inter"/>
                <a:ea typeface="Inter"/>
                <a:cs typeface="Inter"/>
              </a:defRPr>
            </a:lvl6pPr>
            <a:lvl7pPr>
              <a:defRPr sz="2325" b="1">
                <a:solidFill>
                  <a:srgbClr val="082A45"/>
                </a:solidFill>
                <a:latin typeface="Inter"/>
                <a:ea typeface="Inter"/>
                <a:cs typeface="Inter"/>
              </a:defRPr>
            </a:lvl7pPr>
            <a:lvl8pPr>
              <a:defRPr sz="2325" b="1">
                <a:solidFill>
                  <a:srgbClr val="082A45"/>
                </a:solidFill>
                <a:latin typeface="Inter"/>
                <a:ea typeface="Inter"/>
                <a:cs typeface="Inter"/>
              </a:defRPr>
            </a:lvl8pPr>
            <a:lvl9pPr>
              <a:defRPr sz="2325" b="1">
                <a:solidFill>
                  <a:srgbClr val="082A45"/>
                </a:solidFill>
                <a:latin typeface="Inter"/>
                <a:ea typeface="Inter"/>
                <a:cs typeface="Inter"/>
              </a:defRPr>
            </a:lvl9pPr>
          </a:lstStyle>
          <a:p xmlns:a="http://schemas.openxmlformats.org/drawingml/2006/main">
            <a:pPr algn="l">
              <a:defRPr sz="2325" b="1">
                <a:solidFill>
                  <a:srgbClr val="082A45"/>
                </a:solidFill>
                <a:latin typeface="Inter"/>
                <a:ea typeface="Inter"/>
                <a:cs typeface="Inter"/>
              </a:defRPr>
            </a:pPr>
            <a:r>
              <a:rPr sz="1500" b="1" spc="120">
                <a:solidFill>
                  <a:srgbClr val="245E78"/>
                </a:solidFill>
                <a:latin typeface="Inter"/>
                <a:cs typeface="Inter"/>
              </a:rPr>
              <a:t>ACESSO</a:t>
            </a:r>
            <a:endParaRPr sz="1500"/>
          </a:p>
        </p:txBody>
      </p:sp>
      <p:sp>
        <p:nvSpPr>
          <p:cNvPr id="4" name="body0">
            <a:extLst xmlns:a="http://schemas.openxmlformats.org/drawingml/2006/main">
              <a:ext uri="{FF2B5EF4-FFF2-40B4-BE49-F238E27FC236}">
                <a16:creationId xmlns:a16="http://schemas.microsoft.com/office/drawing/2014/main" id="{21A9770B-6C73-4D89-B3AB-641F65247F78}"/>
              </a:ext>
            </a:extLst>
          </p:cNvPr>
          <p:cNvSpPr>
            <a:spLocks xmlns:a="http://schemas.openxmlformats.org/drawingml/2006/main" noGrp="1"/>
          </p:cNvSpPr>
          <p:nvPr/>
        </p:nvSpPr>
        <p:spPr>
          <a:xfrm xmlns:a="http://schemas.openxmlformats.org/drawingml/2006/main">
            <a:off x="4297680" y="2377440"/>
            <a:ext cx="6766560"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b="0">
                <a:solidFill>
                  <a:srgbClr val="082A45"/>
                </a:solidFill>
                <a:latin typeface="Inter"/>
                <a:ea typeface="Inter"/>
                <a:cs typeface="Inter"/>
              </a:defRPr>
            </a:defPPr>
            <a:lvl1pPr>
              <a:defRPr sz="2025" b="0">
                <a:solidFill>
                  <a:srgbClr val="082A45"/>
                </a:solidFill>
                <a:latin typeface="Inter"/>
                <a:ea typeface="Inter"/>
                <a:cs typeface="Inter"/>
              </a:defRPr>
            </a:lvl1pPr>
            <a:lvl2pPr>
              <a:defRPr sz="2025" b="0">
                <a:solidFill>
                  <a:srgbClr val="082A45"/>
                </a:solidFill>
                <a:latin typeface="Inter"/>
                <a:ea typeface="Inter"/>
                <a:cs typeface="Inter"/>
              </a:defRPr>
            </a:lvl2pPr>
            <a:lvl3pPr>
              <a:defRPr sz="2025" b="0">
                <a:solidFill>
                  <a:srgbClr val="082A45"/>
                </a:solidFill>
                <a:latin typeface="Inter"/>
                <a:ea typeface="Inter"/>
                <a:cs typeface="Inter"/>
              </a:defRPr>
            </a:lvl3pPr>
            <a:lvl4pPr>
              <a:defRPr sz="2025" b="0">
                <a:solidFill>
                  <a:srgbClr val="082A45"/>
                </a:solidFill>
                <a:latin typeface="Inter"/>
                <a:ea typeface="Inter"/>
                <a:cs typeface="Inter"/>
              </a:defRPr>
            </a:lvl4pPr>
            <a:lvl5pPr>
              <a:defRPr sz="2025" b="0">
                <a:solidFill>
                  <a:srgbClr val="082A45"/>
                </a:solidFill>
                <a:latin typeface="Inter"/>
                <a:ea typeface="Inter"/>
                <a:cs typeface="Inter"/>
              </a:defRPr>
            </a:lvl5pPr>
            <a:lvl6pPr>
              <a:defRPr sz="2025" b="0">
                <a:solidFill>
                  <a:srgbClr val="082A45"/>
                </a:solidFill>
                <a:latin typeface="Inter"/>
                <a:ea typeface="Inter"/>
                <a:cs typeface="Inter"/>
              </a:defRPr>
            </a:lvl6pPr>
            <a:lvl7pPr>
              <a:defRPr sz="2025" b="0">
                <a:solidFill>
                  <a:srgbClr val="082A45"/>
                </a:solidFill>
                <a:latin typeface="Inter"/>
                <a:ea typeface="Inter"/>
                <a:cs typeface="Inter"/>
              </a:defRPr>
            </a:lvl7pPr>
            <a:lvl8pPr>
              <a:defRPr sz="2025" b="0">
                <a:solidFill>
                  <a:srgbClr val="082A45"/>
                </a:solidFill>
                <a:latin typeface="Inter"/>
                <a:ea typeface="Inter"/>
                <a:cs typeface="Inter"/>
              </a:defRPr>
            </a:lvl8pPr>
            <a:lvl9pPr>
              <a:defRPr sz="2025" b="0">
                <a:solidFill>
                  <a:srgbClr val="082A45"/>
                </a:solidFill>
                <a:latin typeface="Inter"/>
                <a:ea typeface="Inter"/>
                <a:cs typeface="Inter"/>
              </a:defRPr>
            </a:lvl9pPr>
          </a:lstStyle>
          <a:p xmlns:a="http://schemas.openxmlformats.org/drawingml/2006/main">
            <a:pPr algn="l">
              <a:defRPr sz="2025" b="0">
                <a:solidFill>
                  <a:srgbClr val="082A45"/>
                </a:solidFill>
                <a:latin typeface="Inter"/>
                <a:ea typeface="Inter"/>
                <a:cs typeface="Inter"/>
              </a:defRPr>
            </a:pPr>
            <a:r>
              <a:rPr sz="2800" b="0">
                <a:solidFill>
                  <a:srgbClr val="082A45"/>
                </a:solidFill>
                <a:latin typeface="EB Garamond"/>
                <a:cs typeface="EB Garamond"/>
              </a:rPr>
              <a:t>Dispositivo, conexão, imagem e som.</a:t>
            </a:r>
            <a:endParaRPr sz="2800"/>
          </a:p>
        </p:txBody>
      </p:sp>
      <p:sp>
        <p:nvSpPr>
          <p:cNvPr id="5" name="label1">
            <a:extLst xmlns:a="http://schemas.openxmlformats.org/drawingml/2006/main">
              <a:ext uri="{FF2B5EF4-FFF2-40B4-BE49-F238E27FC236}">
                <a16:creationId xmlns:a16="http://schemas.microsoft.com/office/drawing/2014/main" id="{22F06F17-7221-4191-B93B-69EE652C875A}"/>
              </a:ext>
            </a:extLst>
          </p:cNvPr>
          <p:cNvSpPr>
            <a:spLocks xmlns:a="http://schemas.openxmlformats.org/drawingml/2006/main" noGrp="1"/>
          </p:cNvSpPr>
          <p:nvPr/>
        </p:nvSpPr>
        <p:spPr>
          <a:xfrm xmlns:a="http://schemas.openxmlformats.org/drawingml/2006/main">
            <a:off x="1554480" y="3337560"/>
            <a:ext cx="274320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325" b="1">
                <a:solidFill>
                  <a:srgbClr val="082A45"/>
                </a:solidFill>
                <a:latin typeface="Inter"/>
                <a:ea typeface="Inter"/>
                <a:cs typeface="Inter"/>
              </a:defRPr>
            </a:defPPr>
            <a:lvl1pPr>
              <a:defRPr sz="2325" b="1">
                <a:solidFill>
                  <a:srgbClr val="082A45"/>
                </a:solidFill>
                <a:latin typeface="Inter"/>
                <a:ea typeface="Inter"/>
                <a:cs typeface="Inter"/>
              </a:defRPr>
            </a:lvl1pPr>
            <a:lvl2pPr>
              <a:defRPr sz="2325" b="1">
                <a:solidFill>
                  <a:srgbClr val="082A45"/>
                </a:solidFill>
                <a:latin typeface="Inter"/>
                <a:ea typeface="Inter"/>
                <a:cs typeface="Inter"/>
              </a:defRPr>
            </a:lvl2pPr>
            <a:lvl3pPr>
              <a:defRPr sz="2325" b="1">
                <a:solidFill>
                  <a:srgbClr val="082A45"/>
                </a:solidFill>
                <a:latin typeface="Inter"/>
                <a:ea typeface="Inter"/>
                <a:cs typeface="Inter"/>
              </a:defRPr>
            </a:lvl3pPr>
            <a:lvl4pPr>
              <a:defRPr sz="2325" b="1">
                <a:solidFill>
                  <a:srgbClr val="082A45"/>
                </a:solidFill>
                <a:latin typeface="Inter"/>
                <a:ea typeface="Inter"/>
                <a:cs typeface="Inter"/>
              </a:defRPr>
            </a:lvl4pPr>
            <a:lvl5pPr>
              <a:defRPr sz="2325" b="1">
                <a:solidFill>
                  <a:srgbClr val="082A45"/>
                </a:solidFill>
                <a:latin typeface="Inter"/>
                <a:ea typeface="Inter"/>
                <a:cs typeface="Inter"/>
              </a:defRPr>
            </a:lvl5pPr>
            <a:lvl6pPr>
              <a:defRPr sz="2325" b="1">
                <a:solidFill>
                  <a:srgbClr val="082A45"/>
                </a:solidFill>
                <a:latin typeface="Inter"/>
                <a:ea typeface="Inter"/>
                <a:cs typeface="Inter"/>
              </a:defRPr>
            </a:lvl6pPr>
            <a:lvl7pPr>
              <a:defRPr sz="2325" b="1">
                <a:solidFill>
                  <a:srgbClr val="082A45"/>
                </a:solidFill>
                <a:latin typeface="Inter"/>
                <a:ea typeface="Inter"/>
                <a:cs typeface="Inter"/>
              </a:defRPr>
            </a:lvl7pPr>
            <a:lvl8pPr>
              <a:defRPr sz="2325" b="1">
                <a:solidFill>
                  <a:srgbClr val="082A45"/>
                </a:solidFill>
                <a:latin typeface="Inter"/>
                <a:ea typeface="Inter"/>
                <a:cs typeface="Inter"/>
              </a:defRPr>
            </a:lvl8pPr>
            <a:lvl9pPr>
              <a:defRPr sz="2325" b="1">
                <a:solidFill>
                  <a:srgbClr val="082A45"/>
                </a:solidFill>
                <a:latin typeface="Inter"/>
                <a:ea typeface="Inter"/>
                <a:cs typeface="Inter"/>
              </a:defRPr>
            </a:lvl9pPr>
          </a:lstStyle>
          <a:p xmlns:a="http://schemas.openxmlformats.org/drawingml/2006/main">
            <a:pPr algn="l">
              <a:defRPr sz="2325" b="1">
                <a:solidFill>
                  <a:srgbClr val="082A45"/>
                </a:solidFill>
                <a:latin typeface="Inter"/>
                <a:ea typeface="Inter"/>
                <a:cs typeface="Inter"/>
              </a:defRPr>
            </a:pPr>
            <a:r>
              <a:rPr sz="1500" b="1" spc="120">
                <a:solidFill>
                  <a:srgbClr val="245E78"/>
                </a:solidFill>
                <a:latin typeface="Inter"/>
                <a:cs typeface="Inter"/>
              </a:rPr>
              <a:t>AMBIENTE</a:t>
            </a:r>
            <a:endParaRPr sz="1500"/>
          </a:p>
        </p:txBody>
      </p:sp>
      <p:sp>
        <p:nvSpPr>
          <p:cNvPr id="6" name="body1">
            <a:extLst xmlns:a="http://schemas.openxmlformats.org/drawingml/2006/main">
              <a:ext uri="{FF2B5EF4-FFF2-40B4-BE49-F238E27FC236}">
                <a16:creationId xmlns:a16="http://schemas.microsoft.com/office/drawing/2014/main" id="{46E182F6-8633-4E9E-80D4-F3746AFA3484}"/>
              </a:ext>
            </a:extLst>
          </p:cNvPr>
          <p:cNvSpPr>
            <a:spLocks xmlns:a="http://schemas.openxmlformats.org/drawingml/2006/main" noGrp="1"/>
          </p:cNvSpPr>
          <p:nvPr/>
        </p:nvSpPr>
        <p:spPr>
          <a:xfrm xmlns:a="http://schemas.openxmlformats.org/drawingml/2006/main">
            <a:off x="4297680" y="3291840"/>
            <a:ext cx="6766560"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b="0">
                <a:solidFill>
                  <a:srgbClr val="082A45"/>
                </a:solidFill>
                <a:latin typeface="Inter"/>
                <a:ea typeface="Inter"/>
                <a:cs typeface="Inter"/>
              </a:defRPr>
            </a:defPPr>
            <a:lvl1pPr>
              <a:defRPr sz="2025" b="0">
                <a:solidFill>
                  <a:srgbClr val="082A45"/>
                </a:solidFill>
                <a:latin typeface="Inter"/>
                <a:ea typeface="Inter"/>
                <a:cs typeface="Inter"/>
              </a:defRPr>
            </a:lvl1pPr>
            <a:lvl2pPr>
              <a:defRPr sz="2025" b="0">
                <a:solidFill>
                  <a:srgbClr val="082A45"/>
                </a:solidFill>
                <a:latin typeface="Inter"/>
                <a:ea typeface="Inter"/>
                <a:cs typeface="Inter"/>
              </a:defRPr>
            </a:lvl2pPr>
            <a:lvl3pPr>
              <a:defRPr sz="2025" b="0">
                <a:solidFill>
                  <a:srgbClr val="082A45"/>
                </a:solidFill>
                <a:latin typeface="Inter"/>
                <a:ea typeface="Inter"/>
                <a:cs typeface="Inter"/>
              </a:defRPr>
            </a:lvl3pPr>
            <a:lvl4pPr>
              <a:defRPr sz="2025" b="0">
                <a:solidFill>
                  <a:srgbClr val="082A45"/>
                </a:solidFill>
                <a:latin typeface="Inter"/>
                <a:ea typeface="Inter"/>
                <a:cs typeface="Inter"/>
              </a:defRPr>
            </a:lvl4pPr>
            <a:lvl5pPr>
              <a:defRPr sz="2025" b="0">
                <a:solidFill>
                  <a:srgbClr val="082A45"/>
                </a:solidFill>
                <a:latin typeface="Inter"/>
                <a:ea typeface="Inter"/>
                <a:cs typeface="Inter"/>
              </a:defRPr>
            </a:lvl5pPr>
            <a:lvl6pPr>
              <a:defRPr sz="2025" b="0">
                <a:solidFill>
                  <a:srgbClr val="082A45"/>
                </a:solidFill>
                <a:latin typeface="Inter"/>
                <a:ea typeface="Inter"/>
                <a:cs typeface="Inter"/>
              </a:defRPr>
            </a:lvl6pPr>
            <a:lvl7pPr>
              <a:defRPr sz="2025" b="0">
                <a:solidFill>
                  <a:srgbClr val="082A45"/>
                </a:solidFill>
                <a:latin typeface="Inter"/>
                <a:ea typeface="Inter"/>
                <a:cs typeface="Inter"/>
              </a:defRPr>
            </a:lvl7pPr>
            <a:lvl8pPr>
              <a:defRPr sz="2025" b="0">
                <a:solidFill>
                  <a:srgbClr val="082A45"/>
                </a:solidFill>
                <a:latin typeface="Inter"/>
                <a:ea typeface="Inter"/>
                <a:cs typeface="Inter"/>
              </a:defRPr>
            </a:lvl8pPr>
            <a:lvl9pPr>
              <a:defRPr sz="2025" b="0">
                <a:solidFill>
                  <a:srgbClr val="082A45"/>
                </a:solidFill>
                <a:latin typeface="Inter"/>
                <a:ea typeface="Inter"/>
                <a:cs typeface="Inter"/>
              </a:defRPr>
            </a:lvl9pPr>
          </a:lstStyle>
          <a:p xmlns:a="http://schemas.openxmlformats.org/drawingml/2006/main">
            <a:pPr algn="l">
              <a:defRPr sz="2025" b="0">
                <a:solidFill>
                  <a:srgbClr val="082A45"/>
                </a:solidFill>
                <a:latin typeface="Inter"/>
                <a:ea typeface="Inter"/>
                <a:cs typeface="Inter"/>
              </a:defRPr>
            </a:pPr>
            <a:r>
              <a:rPr sz="2800" b="0">
                <a:solidFill>
                  <a:srgbClr val="082A45"/>
                </a:solidFill>
                <a:latin typeface="EB Garamond"/>
                <a:cs typeface="EB Garamond"/>
              </a:rPr>
              <a:t>Conforto e interrupções possíveis de reduzir.</a:t>
            </a:r>
            <a:endParaRPr sz="2800"/>
          </a:p>
        </p:txBody>
      </p:sp>
      <p:sp>
        <p:nvSpPr>
          <p:cNvPr id="7" name="label2">
            <a:extLst xmlns:a="http://schemas.openxmlformats.org/drawingml/2006/main">
              <a:ext uri="{FF2B5EF4-FFF2-40B4-BE49-F238E27FC236}">
                <a16:creationId xmlns:a16="http://schemas.microsoft.com/office/drawing/2014/main" id="{E3395A33-2649-4FEC-B254-C9AFE19F9D18}"/>
              </a:ext>
            </a:extLst>
          </p:cNvPr>
          <p:cNvSpPr>
            <a:spLocks xmlns:a="http://schemas.openxmlformats.org/drawingml/2006/main" noGrp="1"/>
          </p:cNvSpPr>
          <p:nvPr/>
        </p:nvSpPr>
        <p:spPr>
          <a:xfrm xmlns:a="http://schemas.openxmlformats.org/drawingml/2006/main">
            <a:off x="1554480" y="4251960"/>
            <a:ext cx="274320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325" b="1">
                <a:solidFill>
                  <a:srgbClr val="082A45"/>
                </a:solidFill>
                <a:latin typeface="Inter"/>
                <a:ea typeface="Inter"/>
                <a:cs typeface="Inter"/>
              </a:defRPr>
            </a:defPPr>
            <a:lvl1pPr>
              <a:defRPr sz="2325" b="1">
                <a:solidFill>
                  <a:srgbClr val="082A45"/>
                </a:solidFill>
                <a:latin typeface="Inter"/>
                <a:ea typeface="Inter"/>
                <a:cs typeface="Inter"/>
              </a:defRPr>
            </a:lvl1pPr>
            <a:lvl2pPr>
              <a:defRPr sz="2325" b="1">
                <a:solidFill>
                  <a:srgbClr val="082A45"/>
                </a:solidFill>
                <a:latin typeface="Inter"/>
                <a:ea typeface="Inter"/>
                <a:cs typeface="Inter"/>
              </a:defRPr>
            </a:lvl2pPr>
            <a:lvl3pPr>
              <a:defRPr sz="2325" b="1">
                <a:solidFill>
                  <a:srgbClr val="082A45"/>
                </a:solidFill>
                <a:latin typeface="Inter"/>
                <a:ea typeface="Inter"/>
                <a:cs typeface="Inter"/>
              </a:defRPr>
            </a:lvl3pPr>
            <a:lvl4pPr>
              <a:defRPr sz="2325" b="1">
                <a:solidFill>
                  <a:srgbClr val="082A45"/>
                </a:solidFill>
                <a:latin typeface="Inter"/>
                <a:ea typeface="Inter"/>
                <a:cs typeface="Inter"/>
              </a:defRPr>
            </a:lvl4pPr>
            <a:lvl5pPr>
              <a:defRPr sz="2325" b="1">
                <a:solidFill>
                  <a:srgbClr val="082A45"/>
                </a:solidFill>
                <a:latin typeface="Inter"/>
                <a:ea typeface="Inter"/>
                <a:cs typeface="Inter"/>
              </a:defRPr>
            </a:lvl5pPr>
            <a:lvl6pPr>
              <a:defRPr sz="2325" b="1">
                <a:solidFill>
                  <a:srgbClr val="082A45"/>
                </a:solidFill>
                <a:latin typeface="Inter"/>
                <a:ea typeface="Inter"/>
                <a:cs typeface="Inter"/>
              </a:defRPr>
            </a:lvl6pPr>
            <a:lvl7pPr>
              <a:defRPr sz="2325" b="1">
                <a:solidFill>
                  <a:srgbClr val="082A45"/>
                </a:solidFill>
                <a:latin typeface="Inter"/>
                <a:ea typeface="Inter"/>
                <a:cs typeface="Inter"/>
              </a:defRPr>
            </a:lvl7pPr>
            <a:lvl8pPr>
              <a:defRPr sz="2325" b="1">
                <a:solidFill>
                  <a:srgbClr val="082A45"/>
                </a:solidFill>
                <a:latin typeface="Inter"/>
                <a:ea typeface="Inter"/>
                <a:cs typeface="Inter"/>
              </a:defRPr>
            </a:lvl8pPr>
            <a:lvl9pPr>
              <a:defRPr sz="2325" b="1">
                <a:solidFill>
                  <a:srgbClr val="082A45"/>
                </a:solidFill>
                <a:latin typeface="Inter"/>
                <a:ea typeface="Inter"/>
                <a:cs typeface="Inter"/>
              </a:defRPr>
            </a:lvl9pPr>
          </a:lstStyle>
          <a:p xmlns:a="http://schemas.openxmlformats.org/drawingml/2006/main">
            <a:pPr algn="l">
              <a:defRPr sz="2325" b="1">
                <a:solidFill>
                  <a:srgbClr val="082A45"/>
                </a:solidFill>
                <a:latin typeface="Inter"/>
                <a:ea typeface="Inter"/>
                <a:cs typeface="Inter"/>
              </a:defRPr>
            </a:pPr>
            <a:r>
              <a:rPr sz="1500" b="1" spc="120">
                <a:solidFill>
                  <a:srgbClr val="245E78"/>
                </a:solidFill>
                <a:latin typeface="Inter"/>
                <a:cs typeface="Inter"/>
              </a:rPr>
              <a:t>REGISTRO</a:t>
            </a:r>
            <a:endParaRPr sz="1500"/>
          </a:p>
        </p:txBody>
      </p:sp>
      <p:sp>
        <p:nvSpPr>
          <p:cNvPr id="8" name="body2">
            <a:extLst xmlns:a="http://schemas.openxmlformats.org/drawingml/2006/main">
              <a:ext uri="{FF2B5EF4-FFF2-40B4-BE49-F238E27FC236}">
                <a16:creationId xmlns:a16="http://schemas.microsoft.com/office/drawing/2014/main" id="{4817F2E2-5291-4B46-BB3B-5B2E67E71C8E}"/>
              </a:ext>
            </a:extLst>
          </p:cNvPr>
          <p:cNvSpPr>
            <a:spLocks xmlns:a="http://schemas.openxmlformats.org/drawingml/2006/main" noGrp="1"/>
          </p:cNvSpPr>
          <p:nvPr/>
        </p:nvSpPr>
        <p:spPr>
          <a:xfrm xmlns:a="http://schemas.openxmlformats.org/drawingml/2006/main">
            <a:off x="4297680" y="4206240"/>
            <a:ext cx="6766560"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b="0">
                <a:solidFill>
                  <a:srgbClr val="082A45"/>
                </a:solidFill>
                <a:latin typeface="Inter"/>
                <a:ea typeface="Inter"/>
                <a:cs typeface="Inter"/>
              </a:defRPr>
            </a:defPPr>
            <a:lvl1pPr>
              <a:defRPr sz="2025" b="0">
                <a:solidFill>
                  <a:srgbClr val="082A45"/>
                </a:solidFill>
                <a:latin typeface="Inter"/>
                <a:ea typeface="Inter"/>
                <a:cs typeface="Inter"/>
              </a:defRPr>
            </a:lvl1pPr>
            <a:lvl2pPr>
              <a:defRPr sz="2025" b="0">
                <a:solidFill>
                  <a:srgbClr val="082A45"/>
                </a:solidFill>
                <a:latin typeface="Inter"/>
                <a:ea typeface="Inter"/>
                <a:cs typeface="Inter"/>
              </a:defRPr>
            </a:lvl2pPr>
            <a:lvl3pPr>
              <a:defRPr sz="2025" b="0">
                <a:solidFill>
                  <a:srgbClr val="082A45"/>
                </a:solidFill>
                <a:latin typeface="Inter"/>
                <a:ea typeface="Inter"/>
                <a:cs typeface="Inter"/>
              </a:defRPr>
            </a:lvl3pPr>
            <a:lvl4pPr>
              <a:defRPr sz="2025" b="0">
                <a:solidFill>
                  <a:srgbClr val="082A45"/>
                </a:solidFill>
                <a:latin typeface="Inter"/>
                <a:ea typeface="Inter"/>
                <a:cs typeface="Inter"/>
              </a:defRPr>
            </a:lvl4pPr>
            <a:lvl5pPr>
              <a:defRPr sz="2025" b="0">
                <a:solidFill>
                  <a:srgbClr val="082A45"/>
                </a:solidFill>
                <a:latin typeface="Inter"/>
                <a:ea typeface="Inter"/>
                <a:cs typeface="Inter"/>
              </a:defRPr>
            </a:lvl5pPr>
            <a:lvl6pPr>
              <a:defRPr sz="2025" b="0">
                <a:solidFill>
                  <a:srgbClr val="082A45"/>
                </a:solidFill>
                <a:latin typeface="Inter"/>
                <a:ea typeface="Inter"/>
                <a:cs typeface="Inter"/>
              </a:defRPr>
            </a:lvl6pPr>
            <a:lvl7pPr>
              <a:defRPr sz="2025" b="0">
                <a:solidFill>
                  <a:srgbClr val="082A45"/>
                </a:solidFill>
                <a:latin typeface="Inter"/>
                <a:ea typeface="Inter"/>
                <a:cs typeface="Inter"/>
              </a:defRPr>
            </a:lvl7pPr>
            <a:lvl8pPr>
              <a:defRPr sz="2025" b="0">
                <a:solidFill>
                  <a:srgbClr val="082A45"/>
                </a:solidFill>
                <a:latin typeface="Inter"/>
                <a:ea typeface="Inter"/>
                <a:cs typeface="Inter"/>
              </a:defRPr>
            </a:lvl8pPr>
            <a:lvl9pPr>
              <a:defRPr sz="2025" b="0">
                <a:solidFill>
                  <a:srgbClr val="082A45"/>
                </a:solidFill>
                <a:latin typeface="Inter"/>
                <a:ea typeface="Inter"/>
                <a:cs typeface="Inter"/>
              </a:defRPr>
            </a:lvl9pPr>
          </a:lstStyle>
          <a:p xmlns:a="http://schemas.openxmlformats.org/drawingml/2006/main">
            <a:pPr algn="l">
              <a:defRPr sz="2025" b="0">
                <a:solidFill>
                  <a:srgbClr val="082A45"/>
                </a:solidFill>
                <a:latin typeface="Inter"/>
                <a:ea typeface="Inter"/>
                <a:cs typeface="Inter"/>
              </a:defRPr>
            </a:pPr>
            <a:r>
              <a:rPr sz="2800" b="0">
                <a:solidFill>
                  <a:srgbClr val="082A45"/>
                </a:solidFill>
                <a:latin typeface="EB Garamond"/>
                <a:cs typeface="EB Garamond"/>
              </a:rPr>
              <a:t>Caderno, arquivo, desenho, imagem ou áudio.</a:t>
            </a:r>
            <a:endParaRPr sz="2800"/>
          </a:p>
        </p:txBody>
      </p:sp>
      <p:sp>
        <p:nvSpPr>
          <p:cNvPr id="9" name="label3">
            <a:extLst xmlns:a="http://schemas.openxmlformats.org/drawingml/2006/main">
              <a:ext uri="{FF2B5EF4-FFF2-40B4-BE49-F238E27FC236}">
                <a16:creationId xmlns:a16="http://schemas.microsoft.com/office/drawing/2014/main" id="{D37A0838-1C2C-4C22-82EB-9ED3661672BC}"/>
              </a:ext>
            </a:extLst>
          </p:cNvPr>
          <p:cNvSpPr>
            <a:spLocks xmlns:a="http://schemas.openxmlformats.org/drawingml/2006/main" noGrp="1"/>
          </p:cNvSpPr>
          <p:nvPr/>
        </p:nvSpPr>
        <p:spPr>
          <a:xfrm xmlns:a="http://schemas.openxmlformats.org/drawingml/2006/main">
            <a:off x="1554480" y="5166360"/>
            <a:ext cx="274320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325" b="1">
                <a:solidFill>
                  <a:srgbClr val="082A45"/>
                </a:solidFill>
                <a:latin typeface="Inter"/>
                <a:ea typeface="Inter"/>
                <a:cs typeface="Inter"/>
              </a:defRPr>
            </a:defPPr>
            <a:lvl1pPr>
              <a:defRPr sz="2325" b="1">
                <a:solidFill>
                  <a:srgbClr val="082A45"/>
                </a:solidFill>
                <a:latin typeface="Inter"/>
                <a:ea typeface="Inter"/>
                <a:cs typeface="Inter"/>
              </a:defRPr>
            </a:lvl1pPr>
            <a:lvl2pPr>
              <a:defRPr sz="2325" b="1">
                <a:solidFill>
                  <a:srgbClr val="082A45"/>
                </a:solidFill>
                <a:latin typeface="Inter"/>
                <a:ea typeface="Inter"/>
                <a:cs typeface="Inter"/>
              </a:defRPr>
            </a:lvl2pPr>
            <a:lvl3pPr>
              <a:defRPr sz="2325" b="1">
                <a:solidFill>
                  <a:srgbClr val="082A45"/>
                </a:solidFill>
                <a:latin typeface="Inter"/>
                <a:ea typeface="Inter"/>
                <a:cs typeface="Inter"/>
              </a:defRPr>
            </a:lvl3pPr>
            <a:lvl4pPr>
              <a:defRPr sz="2325" b="1">
                <a:solidFill>
                  <a:srgbClr val="082A45"/>
                </a:solidFill>
                <a:latin typeface="Inter"/>
                <a:ea typeface="Inter"/>
                <a:cs typeface="Inter"/>
              </a:defRPr>
            </a:lvl4pPr>
            <a:lvl5pPr>
              <a:defRPr sz="2325" b="1">
                <a:solidFill>
                  <a:srgbClr val="082A45"/>
                </a:solidFill>
                <a:latin typeface="Inter"/>
                <a:ea typeface="Inter"/>
                <a:cs typeface="Inter"/>
              </a:defRPr>
            </a:lvl5pPr>
            <a:lvl6pPr>
              <a:defRPr sz="2325" b="1">
                <a:solidFill>
                  <a:srgbClr val="082A45"/>
                </a:solidFill>
                <a:latin typeface="Inter"/>
                <a:ea typeface="Inter"/>
                <a:cs typeface="Inter"/>
              </a:defRPr>
            </a:lvl6pPr>
            <a:lvl7pPr>
              <a:defRPr sz="2325" b="1">
                <a:solidFill>
                  <a:srgbClr val="082A45"/>
                </a:solidFill>
                <a:latin typeface="Inter"/>
                <a:ea typeface="Inter"/>
                <a:cs typeface="Inter"/>
              </a:defRPr>
            </a:lvl7pPr>
            <a:lvl8pPr>
              <a:defRPr sz="2325" b="1">
                <a:solidFill>
                  <a:srgbClr val="082A45"/>
                </a:solidFill>
                <a:latin typeface="Inter"/>
                <a:ea typeface="Inter"/>
                <a:cs typeface="Inter"/>
              </a:defRPr>
            </a:lvl8pPr>
            <a:lvl9pPr>
              <a:defRPr sz="2325" b="1">
                <a:solidFill>
                  <a:srgbClr val="082A45"/>
                </a:solidFill>
                <a:latin typeface="Inter"/>
                <a:ea typeface="Inter"/>
                <a:cs typeface="Inter"/>
              </a:defRPr>
            </a:lvl9pPr>
          </a:lstStyle>
          <a:p xmlns:a="http://schemas.openxmlformats.org/drawingml/2006/main">
            <a:pPr algn="l">
              <a:defRPr sz="2325" b="1">
                <a:solidFill>
                  <a:srgbClr val="082A45"/>
                </a:solidFill>
                <a:latin typeface="Inter"/>
                <a:ea typeface="Inter"/>
                <a:cs typeface="Inter"/>
              </a:defRPr>
            </a:pPr>
            <a:r>
              <a:rPr sz="1500" b="1" spc="120">
                <a:solidFill>
                  <a:srgbClr val="245E78"/>
                </a:solidFill>
                <a:latin typeface="Inter"/>
                <a:cs typeface="Inter"/>
              </a:rPr>
              <a:t>PRIVACIDADE</a:t>
            </a:r>
            <a:endParaRPr sz="1500"/>
          </a:p>
        </p:txBody>
      </p:sp>
      <p:sp>
        <p:nvSpPr>
          <p:cNvPr id="10" name="body3">
            <a:extLst xmlns:a="http://schemas.openxmlformats.org/drawingml/2006/main">
              <a:ext uri="{FF2B5EF4-FFF2-40B4-BE49-F238E27FC236}">
                <a16:creationId xmlns:a16="http://schemas.microsoft.com/office/drawing/2014/main" id="{7E975A91-015A-4686-BF4E-32CC0DF81313}"/>
              </a:ext>
            </a:extLst>
          </p:cNvPr>
          <p:cNvSpPr>
            <a:spLocks xmlns:a="http://schemas.openxmlformats.org/drawingml/2006/main" noGrp="1"/>
          </p:cNvSpPr>
          <p:nvPr/>
        </p:nvSpPr>
        <p:spPr>
          <a:xfrm xmlns:a="http://schemas.openxmlformats.org/drawingml/2006/main">
            <a:off x="4297680" y="5120640"/>
            <a:ext cx="6766560"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b="0">
                <a:solidFill>
                  <a:srgbClr val="082A45"/>
                </a:solidFill>
                <a:latin typeface="Inter"/>
                <a:ea typeface="Inter"/>
                <a:cs typeface="Inter"/>
              </a:defRPr>
            </a:defPPr>
            <a:lvl1pPr>
              <a:defRPr sz="2025" b="0">
                <a:solidFill>
                  <a:srgbClr val="082A45"/>
                </a:solidFill>
                <a:latin typeface="Inter"/>
                <a:ea typeface="Inter"/>
                <a:cs typeface="Inter"/>
              </a:defRPr>
            </a:lvl1pPr>
            <a:lvl2pPr>
              <a:defRPr sz="2025" b="0">
                <a:solidFill>
                  <a:srgbClr val="082A45"/>
                </a:solidFill>
                <a:latin typeface="Inter"/>
                <a:ea typeface="Inter"/>
                <a:cs typeface="Inter"/>
              </a:defRPr>
            </a:lvl2pPr>
            <a:lvl3pPr>
              <a:defRPr sz="2025" b="0">
                <a:solidFill>
                  <a:srgbClr val="082A45"/>
                </a:solidFill>
                <a:latin typeface="Inter"/>
                <a:ea typeface="Inter"/>
                <a:cs typeface="Inter"/>
              </a:defRPr>
            </a:lvl3pPr>
            <a:lvl4pPr>
              <a:defRPr sz="2025" b="0">
                <a:solidFill>
                  <a:srgbClr val="082A45"/>
                </a:solidFill>
                <a:latin typeface="Inter"/>
                <a:ea typeface="Inter"/>
                <a:cs typeface="Inter"/>
              </a:defRPr>
            </a:lvl4pPr>
            <a:lvl5pPr>
              <a:defRPr sz="2025" b="0">
                <a:solidFill>
                  <a:srgbClr val="082A45"/>
                </a:solidFill>
                <a:latin typeface="Inter"/>
                <a:ea typeface="Inter"/>
                <a:cs typeface="Inter"/>
              </a:defRPr>
            </a:lvl5pPr>
            <a:lvl6pPr>
              <a:defRPr sz="2025" b="0">
                <a:solidFill>
                  <a:srgbClr val="082A45"/>
                </a:solidFill>
                <a:latin typeface="Inter"/>
                <a:ea typeface="Inter"/>
                <a:cs typeface="Inter"/>
              </a:defRPr>
            </a:lvl6pPr>
            <a:lvl7pPr>
              <a:defRPr sz="2025" b="0">
                <a:solidFill>
                  <a:srgbClr val="082A45"/>
                </a:solidFill>
                <a:latin typeface="Inter"/>
                <a:ea typeface="Inter"/>
                <a:cs typeface="Inter"/>
              </a:defRPr>
            </a:lvl7pPr>
            <a:lvl8pPr>
              <a:defRPr sz="2025" b="0">
                <a:solidFill>
                  <a:srgbClr val="082A45"/>
                </a:solidFill>
                <a:latin typeface="Inter"/>
                <a:ea typeface="Inter"/>
                <a:cs typeface="Inter"/>
              </a:defRPr>
            </a:lvl8pPr>
            <a:lvl9pPr>
              <a:defRPr sz="2025" b="0">
                <a:solidFill>
                  <a:srgbClr val="082A45"/>
                </a:solidFill>
                <a:latin typeface="Inter"/>
                <a:ea typeface="Inter"/>
                <a:cs typeface="Inter"/>
              </a:defRPr>
            </a:lvl9pPr>
          </a:lstStyle>
          <a:p xmlns:a="http://schemas.openxmlformats.org/drawingml/2006/main">
            <a:pPr algn="l">
              <a:defRPr sz="2025" b="0">
                <a:solidFill>
                  <a:srgbClr val="082A45"/>
                </a:solidFill>
                <a:latin typeface="Inter"/>
                <a:ea typeface="Inter"/>
                <a:cs typeface="Inter"/>
              </a:defRPr>
            </a:pPr>
            <a:r>
              <a:rPr sz="2800" b="0">
                <a:solidFill>
                  <a:srgbClr val="082A45"/>
                </a:solidFill>
                <a:latin typeface="EB Garamond"/>
                <a:cs typeface="EB Garamond"/>
              </a:rPr>
              <a:t>Um lugar para guardar o que é pessoal.</a:t>
            </a:r>
            <a:endParaRPr sz="2800"/>
          </a:p>
        </p:txBody>
      </p:sp>
      <p:sp>
        <p:nvSpPr>
          <p:cNvPr id="12" name="number">
            <a:extLst xmlns:a="http://schemas.openxmlformats.org/drawingml/2006/main">
              <a:ext uri="{FF2B5EF4-FFF2-40B4-BE49-F238E27FC236}">
                <a16:creationId xmlns:a16="http://schemas.microsoft.com/office/drawing/2014/main" id="{6EAF465D-A617-4A45-B9ED-7E135968806A}"/>
              </a:ext>
            </a:extLst>
          </p:cNvPr>
          <p:cNvSpPr>
            <a:spLocks xmlns:a="http://schemas.openxmlformats.org/drawingml/2006/main" noGrp="1"/>
          </p:cNvSpPr>
          <p:nvPr/>
        </p:nvSpPr>
        <p:spPr>
          <a:xfrm xmlns:a="http://schemas.openxmlformats.org/drawingml/2006/main">
            <a:off x="841248" y="6291072"/>
            <a:ext cx="13716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245E78"/>
                </a:solidFill>
                <a:latin typeface="Inter"/>
                <a:ea typeface="Inter"/>
                <a:cs typeface="Inter"/>
              </a:defRPr>
            </a:defPPr>
            <a:lvl1pPr>
              <a:defRPr sz="1125" b="0">
                <a:solidFill>
                  <a:srgbClr val="245E78"/>
                </a:solidFill>
                <a:latin typeface="Inter"/>
                <a:ea typeface="Inter"/>
                <a:cs typeface="Inter"/>
              </a:defRPr>
            </a:lvl1pPr>
            <a:lvl2pPr>
              <a:defRPr sz="1125" b="0">
                <a:solidFill>
                  <a:srgbClr val="245E78"/>
                </a:solidFill>
                <a:latin typeface="Inter"/>
                <a:ea typeface="Inter"/>
                <a:cs typeface="Inter"/>
              </a:defRPr>
            </a:lvl2pPr>
            <a:lvl3pPr>
              <a:defRPr sz="1125" b="0">
                <a:solidFill>
                  <a:srgbClr val="245E78"/>
                </a:solidFill>
                <a:latin typeface="Inter"/>
                <a:ea typeface="Inter"/>
                <a:cs typeface="Inter"/>
              </a:defRPr>
            </a:lvl3pPr>
            <a:lvl4pPr>
              <a:defRPr sz="1125" b="0">
                <a:solidFill>
                  <a:srgbClr val="245E78"/>
                </a:solidFill>
                <a:latin typeface="Inter"/>
                <a:ea typeface="Inter"/>
                <a:cs typeface="Inter"/>
              </a:defRPr>
            </a:lvl4pPr>
            <a:lvl5pPr>
              <a:defRPr sz="1125" b="0">
                <a:solidFill>
                  <a:srgbClr val="245E78"/>
                </a:solidFill>
                <a:latin typeface="Inter"/>
                <a:ea typeface="Inter"/>
                <a:cs typeface="Inter"/>
              </a:defRPr>
            </a:lvl5pPr>
            <a:lvl6pPr>
              <a:defRPr sz="1125" b="0">
                <a:solidFill>
                  <a:srgbClr val="245E78"/>
                </a:solidFill>
                <a:latin typeface="Inter"/>
                <a:ea typeface="Inter"/>
                <a:cs typeface="Inter"/>
              </a:defRPr>
            </a:lvl6pPr>
            <a:lvl7pPr>
              <a:defRPr sz="1125" b="0">
                <a:solidFill>
                  <a:srgbClr val="245E78"/>
                </a:solidFill>
                <a:latin typeface="Inter"/>
                <a:ea typeface="Inter"/>
                <a:cs typeface="Inter"/>
              </a:defRPr>
            </a:lvl7pPr>
            <a:lvl8pPr>
              <a:defRPr sz="1125" b="0">
                <a:solidFill>
                  <a:srgbClr val="245E78"/>
                </a:solidFill>
                <a:latin typeface="Inter"/>
                <a:ea typeface="Inter"/>
                <a:cs typeface="Inter"/>
              </a:defRPr>
            </a:lvl8pPr>
            <a:lvl9pPr>
              <a:defRPr sz="1125" b="0">
                <a:solidFill>
                  <a:srgbClr val="245E78"/>
                </a:solidFill>
                <a:latin typeface="Inter"/>
                <a:ea typeface="Inter"/>
                <a:cs typeface="Inter"/>
              </a:defRPr>
            </a:lvl9pPr>
          </a:lstStyle>
          <a:p xmlns:a="http://schemas.openxmlformats.org/drawingml/2006/main">
            <a:pPr algn="l">
              <a:defRPr sz="1125" b="0">
                <a:solidFill>
                  <a:srgbClr val="245E78"/>
                </a:solidFill>
                <a:latin typeface="Inter"/>
                <a:ea typeface="Inter"/>
                <a:cs typeface="Inter"/>
              </a:defRPr>
            </a:pPr>
            <a:r>
              <a:rPr sz="1100" b="0" spc="100">
                <a:solidFill>
                  <a:srgbClr val="5A6B74"/>
                </a:solidFill>
                <a:latin typeface="Inter"/>
                <a:cs typeface="Inter"/>
              </a:rPr>
              <a:t>04</a:t>
            </a:r>
            <a:endParaRPr sz="1100"/>
          </a:p>
        </p:txBody>
      </p:sp>
    </p:spTree>
    <p:extLst>
      <p:ext uri="{BB962C8B-B14F-4D97-AF65-F5344CB8AC3E}">
        <p14:creationId xmlns:p14="http://schemas.microsoft.com/office/powerpoint/2010/main" val="1639689224"/>
      </p:ext>
    </p:extLst>
  </p:cSld>
  <p:transition spd="med">
    <p:fade/>
  </p:transition>
</p:sld>
</file>

<file path=ppt/slides/slide5.xml><?xml version="1.0" encoding="utf-8"?>
<p:sld xmlns:p="http://schemas.openxmlformats.org/presentationml/2006/main">
  <p:cSld>
    <p:bg>
      <p:bgPr>
        <a:solidFill xmlns:a="http://schemas.openxmlformats.org/drawingml/2006/main">
          <a:srgbClr val="F4EFEA"/>
        </a:solidFill>
      </p:bgPr>
    </p:bg>
    <p:spTree>
      <p:nvGrpSpPr>
        <p:cNvPr id="1" name=""/>
        <p:cNvGrpSpPr/>
        <p:nvPr/>
      </p:nvGrpSpPr>
      <p:grpSpPr>
        <a:xfrm xmlns:a="http://schemas.openxmlformats.org/drawingml/2006/main"/>
      </p:grpSpPr>
      <p:sp xmlns:a="http://schemas.openxmlformats.org/drawingml/2006/main">
        <p:nvSpPr>
          <p:cNvPr id="13" name="Rounded Rectangle 12"/>
          <p:cNvSpPr/>
          <p:nvPr/>
        </p:nvSpPr>
        <p:spPr>
          <a:xfrm>
            <a:off x="841248" y="2194560"/>
            <a:ext cx="2432304" cy="3383280"/>
          </a:xfrm>
          <a:prstGeom prst="roundRect">
            <a:avLst>
              <a:gd name="adj" fmla="val 5000"/>
            </a:avLst>
          </a:prstGeom>
          <a:solidFill>
            <a:srgbClr val="FBF8F4"/>
          </a:solidFill>
          <a:ln w="9525">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14" name="TextBox 13"/>
          <p:cNvSpPr txBox="1"/>
          <p:nvPr/>
        </p:nvSpPr>
        <p:spPr>
          <a:xfrm>
            <a:off x="1097280" y="2377440"/>
            <a:ext cx="914400" cy="365760"/>
          </a:xfrm>
          <a:prstGeom prst="rect">
            <a:avLst/>
          </a:prstGeom>
          <a:noFill/>
        </p:spPr>
        <p:txBody>
          <a:bodyPr wrap="square" anchor="t" lIns="0" rIns="0" tIns="0" bIns="0">
            <a:noAutofit/>
          </a:bodyPr>
          <a:lstStyle/>
          <a:p>
            <a:pPr algn="l"/>
            <a:r>
              <a:rPr sz="1300" b="1" spc="150">
                <a:solidFill>
                  <a:srgbClr val="C99A64"/>
                </a:solidFill>
                <a:latin typeface="Inter"/>
                <a:cs typeface="Inter"/>
              </a:rPr>
              <a:t>01</a:t>
            </a:r>
            <a:endParaRPr sz="1300"/>
          </a:p>
        </p:txBody>
      </p:sp>
      <p:sp xmlns:a="http://schemas.openxmlformats.org/drawingml/2006/main">
        <p:nvSpPr>
          <p:cNvPr id="15" name="Rounded Rectangle 14"/>
          <p:cNvSpPr/>
          <p:nvPr/>
        </p:nvSpPr>
        <p:spPr>
          <a:xfrm>
            <a:off x="3529584" y="2194560"/>
            <a:ext cx="2432304" cy="3383280"/>
          </a:xfrm>
          <a:prstGeom prst="roundRect">
            <a:avLst>
              <a:gd name="adj" fmla="val 5000"/>
            </a:avLst>
          </a:prstGeom>
          <a:solidFill>
            <a:srgbClr val="FBF8F4"/>
          </a:solidFill>
          <a:ln w="9525">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16" name="TextBox 15"/>
          <p:cNvSpPr txBox="1"/>
          <p:nvPr/>
        </p:nvSpPr>
        <p:spPr>
          <a:xfrm>
            <a:off x="3785616" y="2377440"/>
            <a:ext cx="914400" cy="365760"/>
          </a:xfrm>
          <a:prstGeom prst="rect">
            <a:avLst/>
          </a:prstGeom>
          <a:noFill/>
        </p:spPr>
        <p:txBody>
          <a:bodyPr wrap="square" anchor="t" lIns="0" rIns="0" tIns="0" bIns="0">
            <a:noAutofit/>
          </a:bodyPr>
          <a:lstStyle/>
          <a:p>
            <a:pPr algn="l"/>
            <a:r>
              <a:rPr sz="1300" b="1" spc="150">
                <a:solidFill>
                  <a:srgbClr val="C99A64"/>
                </a:solidFill>
                <a:latin typeface="Inter"/>
                <a:cs typeface="Inter"/>
              </a:rPr>
              <a:t>02</a:t>
            </a:r>
            <a:endParaRPr sz="1300"/>
          </a:p>
        </p:txBody>
      </p:sp>
      <p:sp xmlns:a="http://schemas.openxmlformats.org/drawingml/2006/main">
        <p:nvSpPr>
          <p:cNvPr id="17" name="Rounded Rectangle 16"/>
          <p:cNvSpPr/>
          <p:nvPr/>
        </p:nvSpPr>
        <p:spPr>
          <a:xfrm>
            <a:off x="6217920" y="2194560"/>
            <a:ext cx="2432304" cy="3383280"/>
          </a:xfrm>
          <a:prstGeom prst="roundRect">
            <a:avLst>
              <a:gd name="adj" fmla="val 5000"/>
            </a:avLst>
          </a:prstGeom>
          <a:solidFill>
            <a:srgbClr val="FBF8F4"/>
          </a:solidFill>
          <a:ln w="9525">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18" name="TextBox 17"/>
          <p:cNvSpPr txBox="1"/>
          <p:nvPr/>
        </p:nvSpPr>
        <p:spPr>
          <a:xfrm>
            <a:off x="6473952" y="2377440"/>
            <a:ext cx="914400" cy="365760"/>
          </a:xfrm>
          <a:prstGeom prst="rect">
            <a:avLst/>
          </a:prstGeom>
          <a:noFill/>
        </p:spPr>
        <p:txBody>
          <a:bodyPr wrap="square" anchor="t" lIns="0" rIns="0" tIns="0" bIns="0">
            <a:noAutofit/>
          </a:bodyPr>
          <a:lstStyle/>
          <a:p>
            <a:pPr algn="l"/>
            <a:r>
              <a:rPr sz="1300" b="1" spc="150">
                <a:solidFill>
                  <a:srgbClr val="C99A64"/>
                </a:solidFill>
                <a:latin typeface="Inter"/>
                <a:cs typeface="Inter"/>
              </a:rPr>
              <a:t>03</a:t>
            </a:r>
            <a:endParaRPr sz="1300"/>
          </a:p>
        </p:txBody>
      </p:sp>
      <p:sp xmlns:a="http://schemas.openxmlformats.org/drawingml/2006/main">
        <p:nvSpPr>
          <p:cNvPr id="19" name="Rounded Rectangle 18"/>
          <p:cNvSpPr/>
          <p:nvPr/>
        </p:nvSpPr>
        <p:spPr>
          <a:xfrm>
            <a:off x="8906256" y="2194560"/>
            <a:ext cx="2432304" cy="3383280"/>
          </a:xfrm>
          <a:prstGeom prst="roundRect">
            <a:avLst>
              <a:gd name="adj" fmla="val 5000"/>
            </a:avLst>
          </a:prstGeom>
          <a:solidFill>
            <a:srgbClr val="FBF8F4"/>
          </a:solidFill>
          <a:ln w="9525">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20" name="TextBox 19"/>
          <p:cNvSpPr txBox="1"/>
          <p:nvPr/>
        </p:nvSpPr>
        <p:spPr>
          <a:xfrm>
            <a:off x="9162288" y="2377440"/>
            <a:ext cx="914400" cy="365760"/>
          </a:xfrm>
          <a:prstGeom prst="rect">
            <a:avLst/>
          </a:prstGeom>
          <a:noFill/>
        </p:spPr>
        <p:txBody>
          <a:bodyPr wrap="square" anchor="t" lIns="0" rIns="0" tIns="0" bIns="0">
            <a:noAutofit/>
          </a:bodyPr>
          <a:lstStyle/>
          <a:p>
            <a:pPr algn="l"/>
            <a:r>
              <a:rPr sz="1300" b="1" spc="150">
                <a:solidFill>
                  <a:srgbClr val="C99A64"/>
                </a:solidFill>
                <a:latin typeface="Inter"/>
                <a:cs typeface="Inter"/>
              </a:rPr>
              <a:t>04</a:t>
            </a:r>
            <a:endParaRPr sz="1300"/>
          </a:p>
        </p:txBody>
      </p:sp>
      <p:pic xmlns:a="http://schemas.openxmlformats.org/drawingml/2006/main" xmlns:r="http://schemas.openxmlformats.org/officeDocument/2006/relationships">
        <p:nvPicPr>
          <p:cNvPr id="21" name="Picture 20" descr="sym_blue.png"/>
          <p:cNvPicPr>
            <a:picLocks noChangeAspect="1"/>
          </p:cNvPicPr>
          <p:nvPr/>
        </p:nvPicPr>
        <p:blipFill>
          <a:blip r:embed="rId4"/>
          <a:stretch>
            <a:fillRect/>
          </a:stretch>
        </p:blipFill>
        <p:spPr>
          <a:xfrm>
            <a:off x="11301984" y="6144768"/>
            <a:ext cx="415447" cy="457200"/>
          </a:xfrm>
          <a:prstGeom prst="rect">
            <a:avLst/>
          </a:prstGeom>
        </p:spPr>
      </p:pic>
      <p:sp>
        <p:nvSpPr>
          <p:cNvPr id="2" name="title">
            <a:extLst xmlns:a="http://schemas.openxmlformats.org/drawingml/2006/main">
              <a:ext uri="{FF2B5EF4-FFF2-40B4-BE49-F238E27FC236}">
                <a16:creationId xmlns:a16="http://schemas.microsoft.com/office/drawing/2014/main" id="{2C936DB1-DE8A-4093-9D93-1391A40ADB08}"/>
              </a:ext>
            </a:extLst>
          </p:cNvPr>
          <p:cNvSpPr>
            <a:spLocks xmlns:a="http://schemas.openxmlformats.org/drawingml/2006/main" noGrp="1"/>
          </p:cNvSpPr>
          <p:nvPr/>
        </p:nvSpPr>
        <p:spPr>
          <a:xfrm xmlns:a="http://schemas.openxmlformats.org/drawingml/2006/main">
            <a:off x="841248" y="640080"/>
            <a:ext cx="10515600" cy="1188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b">
            <a:noAutofit/>
          </a:bodyPr>
          <a:lstStyle xmlns:a="http://schemas.openxmlformats.org/drawingml/2006/main">
            <a:defPPr>
              <a:defRPr sz="2850" b="1">
                <a:solidFill>
                  <a:srgbClr val="082A45"/>
                </a:solidFill>
                <a:latin typeface="Inter"/>
                <a:ea typeface="Inter"/>
                <a:cs typeface="Inter"/>
              </a:defRPr>
            </a:defPPr>
            <a:lvl1pPr>
              <a:defRPr sz="2850" b="1">
                <a:solidFill>
                  <a:srgbClr val="082A45"/>
                </a:solidFill>
                <a:latin typeface="Inter"/>
                <a:ea typeface="Inter"/>
                <a:cs typeface="Inter"/>
              </a:defRPr>
            </a:lvl1pPr>
            <a:lvl2pPr>
              <a:defRPr sz="2850" b="1">
                <a:solidFill>
                  <a:srgbClr val="082A45"/>
                </a:solidFill>
                <a:latin typeface="Inter"/>
                <a:ea typeface="Inter"/>
                <a:cs typeface="Inter"/>
              </a:defRPr>
            </a:lvl2pPr>
            <a:lvl3pPr>
              <a:defRPr sz="2850" b="1">
                <a:solidFill>
                  <a:srgbClr val="082A45"/>
                </a:solidFill>
                <a:latin typeface="Inter"/>
                <a:ea typeface="Inter"/>
                <a:cs typeface="Inter"/>
              </a:defRPr>
            </a:lvl3pPr>
            <a:lvl4pPr>
              <a:defRPr sz="2850" b="1">
                <a:solidFill>
                  <a:srgbClr val="082A45"/>
                </a:solidFill>
                <a:latin typeface="Inter"/>
                <a:ea typeface="Inter"/>
                <a:cs typeface="Inter"/>
              </a:defRPr>
            </a:lvl4pPr>
            <a:lvl5pPr>
              <a:defRPr sz="2850" b="1">
                <a:solidFill>
                  <a:srgbClr val="082A45"/>
                </a:solidFill>
                <a:latin typeface="Inter"/>
                <a:ea typeface="Inter"/>
                <a:cs typeface="Inter"/>
              </a:defRPr>
            </a:lvl5pPr>
            <a:lvl6pPr>
              <a:defRPr sz="2850" b="1">
                <a:solidFill>
                  <a:srgbClr val="082A45"/>
                </a:solidFill>
                <a:latin typeface="Inter"/>
                <a:ea typeface="Inter"/>
                <a:cs typeface="Inter"/>
              </a:defRPr>
            </a:lvl6pPr>
            <a:lvl7pPr>
              <a:defRPr sz="2850" b="1">
                <a:solidFill>
                  <a:srgbClr val="082A45"/>
                </a:solidFill>
                <a:latin typeface="Inter"/>
                <a:ea typeface="Inter"/>
                <a:cs typeface="Inter"/>
              </a:defRPr>
            </a:lvl7pPr>
            <a:lvl8pPr>
              <a:defRPr sz="2850" b="1">
                <a:solidFill>
                  <a:srgbClr val="082A45"/>
                </a:solidFill>
                <a:latin typeface="Inter"/>
                <a:ea typeface="Inter"/>
                <a:cs typeface="Inter"/>
              </a:defRPr>
            </a:lvl8pPr>
            <a:lvl9pPr>
              <a:defRPr sz="2850" b="1">
                <a:solidFill>
                  <a:srgbClr val="082A45"/>
                </a:solidFill>
                <a:latin typeface="Inter"/>
                <a:ea typeface="Inter"/>
                <a:cs typeface="Inter"/>
              </a:defRPr>
            </a:lvl9pPr>
          </a:lstStyle>
          <a:p xmlns:a="http://schemas.openxmlformats.org/drawingml/2006/main">
            <a:pPr algn="l">
              <a:lnSpc>
                <a:spcPct val="95000"/>
              </a:lnSpc>
              <a:defRPr sz="2850" b="1">
                <a:solidFill>
                  <a:srgbClr val="082A45"/>
                </a:solidFill>
                <a:latin typeface="Inter"/>
                <a:ea typeface="Inter"/>
                <a:cs typeface="Inter"/>
              </a:defRPr>
            </a:pPr>
            <a:r>
              <a:rPr sz="4000" b="0">
                <a:solidFill>
                  <a:srgbClr val="082A45"/>
                </a:solidFill>
                <a:latin typeface="EB Garamond"/>
                <a:cs typeface="EB Garamond"/>
              </a:rPr>
              <a:t>Participar adaptar e pausar</a:t>
            </a:r>
            <a:endParaRPr sz="4000"/>
          </a:p>
        </p:txBody>
      </p:sp>
      <p:sp>
        <p:nvSpPr>
          <p:cNvPr id="3" name="label0">
            <a:extLst xmlns:a="http://schemas.openxmlformats.org/drawingml/2006/main">
              <a:ext uri="{FF2B5EF4-FFF2-40B4-BE49-F238E27FC236}">
                <a16:creationId xmlns:a16="http://schemas.microsoft.com/office/drawing/2014/main" id="{043D97F0-2565-4B3A-AE57-D68526DFE511}"/>
              </a:ext>
            </a:extLst>
          </p:cNvPr>
          <p:cNvSpPr>
            <a:spLocks xmlns:a="http://schemas.openxmlformats.org/drawingml/2006/main" noGrp="1"/>
          </p:cNvSpPr>
          <p:nvPr/>
        </p:nvSpPr>
        <p:spPr>
          <a:xfrm xmlns:a="http://schemas.openxmlformats.org/drawingml/2006/main">
            <a:off x="1097280" y="2743200"/>
            <a:ext cx="1975104"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2A45"/>
                </a:solidFill>
                <a:latin typeface="Inter"/>
                <a:ea typeface="Inter"/>
                <a:cs typeface="Inter"/>
              </a:defRPr>
            </a:defPPr>
            <a:lvl1pPr>
              <a:defRPr sz="2325" b="1">
                <a:solidFill>
                  <a:srgbClr val="082A45"/>
                </a:solidFill>
                <a:latin typeface="Inter"/>
                <a:ea typeface="Inter"/>
                <a:cs typeface="Inter"/>
              </a:defRPr>
            </a:lvl1pPr>
            <a:lvl2pPr>
              <a:defRPr sz="2325" b="1">
                <a:solidFill>
                  <a:srgbClr val="082A45"/>
                </a:solidFill>
                <a:latin typeface="Inter"/>
                <a:ea typeface="Inter"/>
                <a:cs typeface="Inter"/>
              </a:defRPr>
            </a:lvl2pPr>
            <a:lvl3pPr>
              <a:defRPr sz="2325" b="1">
                <a:solidFill>
                  <a:srgbClr val="082A45"/>
                </a:solidFill>
                <a:latin typeface="Inter"/>
                <a:ea typeface="Inter"/>
                <a:cs typeface="Inter"/>
              </a:defRPr>
            </a:lvl3pPr>
            <a:lvl4pPr>
              <a:defRPr sz="2325" b="1">
                <a:solidFill>
                  <a:srgbClr val="082A45"/>
                </a:solidFill>
                <a:latin typeface="Inter"/>
                <a:ea typeface="Inter"/>
                <a:cs typeface="Inter"/>
              </a:defRPr>
            </a:lvl4pPr>
            <a:lvl5pPr>
              <a:defRPr sz="2325" b="1">
                <a:solidFill>
                  <a:srgbClr val="082A45"/>
                </a:solidFill>
                <a:latin typeface="Inter"/>
                <a:ea typeface="Inter"/>
                <a:cs typeface="Inter"/>
              </a:defRPr>
            </a:lvl5pPr>
            <a:lvl6pPr>
              <a:defRPr sz="2325" b="1">
                <a:solidFill>
                  <a:srgbClr val="082A45"/>
                </a:solidFill>
                <a:latin typeface="Inter"/>
                <a:ea typeface="Inter"/>
                <a:cs typeface="Inter"/>
              </a:defRPr>
            </a:lvl6pPr>
            <a:lvl7pPr>
              <a:defRPr sz="2325" b="1">
                <a:solidFill>
                  <a:srgbClr val="082A45"/>
                </a:solidFill>
                <a:latin typeface="Inter"/>
                <a:ea typeface="Inter"/>
                <a:cs typeface="Inter"/>
              </a:defRPr>
            </a:lvl7pPr>
            <a:lvl8pPr>
              <a:defRPr sz="2325" b="1">
                <a:solidFill>
                  <a:srgbClr val="082A45"/>
                </a:solidFill>
                <a:latin typeface="Inter"/>
                <a:ea typeface="Inter"/>
                <a:cs typeface="Inter"/>
              </a:defRPr>
            </a:lvl8pPr>
            <a:lvl9pPr>
              <a:defRPr sz="2325" b="1">
                <a:solidFill>
                  <a:srgbClr val="082A45"/>
                </a:solidFill>
                <a:latin typeface="Inter"/>
                <a:ea typeface="Inter"/>
                <a:cs typeface="Inter"/>
              </a:defRPr>
            </a:lvl9pPr>
          </a:lstStyle>
          <a:p xmlns:a="http://schemas.openxmlformats.org/drawingml/2006/main">
            <a:pPr algn="l">
              <a:defRPr sz="2325" b="1">
                <a:solidFill>
                  <a:srgbClr val="082A45"/>
                </a:solidFill>
                <a:latin typeface="Inter"/>
                <a:ea typeface="Inter"/>
                <a:cs typeface="Inter"/>
              </a:defRPr>
            </a:pPr>
            <a:r>
              <a:rPr sz="3400" b="0">
                <a:solidFill>
                  <a:srgbClr val="082A45"/>
                </a:solidFill>
                <a:latin typeface="EB Garamond"/>
                <a:cs typeface="EB Garamond"/>
              </a:rPr>
              <a:t>Participar</a:t>
            </a:r>
            <a:endParaRPr sz="3400"/>
          </a:p>
        </p:txBody>
      </p:sp>
      <p:sp>
        <p:nvSpPr>
          <p:cNvPr id="4" name="body0">
            <a:extLst xmlns:a="http://schemas.openxmlformats.org/drawingml/2006/main">
              <a:ext uri="{FF2B5EF4-FFF2-40B4-BE49-F238E27FC236}">
                <a16:creationId xmlns:a16="http://schemas.microsoft.com/office/drawing/2014/main" id="{7BB519C9-24B5-4FED-B186-DD75963BD596}"/>
              </a:ext>
            </a:extLst>
          </p:cNvPr>
          <p:cNvSpPr>
            <a:spLocks xmlns:a="http://schemas.openxmlformats.org/drawingml/2006/main" noGrp="1"/>
          </p:cNvSpPr>
          <p:nvPr/>
        </p:nvSpPr>
        <p:spPr>
          <a:xfrm xmlns:a="http://schemas.openxmlformats.org/drawingml/2006/main">
            <a:off x="1097280" y="3566160"/>
            <a:ext cx="2066544"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082A45"/>
                </a:solidFill>
                <a:latin typeface="Inter"/>
                <a:ea typeface="Inter"/>
                <a:cs typeface="Inter"/>
              </a:defRPr>
            </a:defPPr>
            <a:lvl1pPr>
              <a:defRPr sz="2025" b="0">
                <a:solidFill>
                  <a:srgbClr val="082A45"/>
                </a:solidFill>
                <a:latin typeface="Inter"/>
                <a:ea typeface="Inter"/>
                <a:cs typeface="Inter"/>
              </a:defRPr>
            </a:lvl1pPr>
            <a:lvl2pPr>
              <a:defRPr sz="2025" b="0">
                <a:solidFill>
                  <a:srgbClr val="082A45"/>
                </a:solidFill>
                <a:latin typeface="Inter"/>
                <a:ea typeface="Inter"/>
                <a:cs typeface="Inter"/>
              </a:defRPr>
            </a:lvl2pPr>
            <a:lvl3pPr>
              <a:defRPr sz="2025" b="0">
                <a:solidFill>
                  <a:srgbClr val="082A45"/>
                </a:solidFill>
                <a:latin typeface="Inter"/>
                <a:ea typeface="Inter"/>
                <a:cs typeface="Inter"/>
              </a:defRPr>
            </a:lvl3pPr>
            <a:lvl4pPr>
              <a:defRPr sz="2025" b="0">
                <a:solidFill>
                  <a:srgbClr val="082A45"/>
                </a:solidFill>
                <a:latin typeface="Inter"/>
                <a:ea typeface="Inter"/>
                <a:cs typeface="Inter"/>
              </a:defRPr>
            </a:lvl4pPr>
            <a:lvl5pPr>
              <a:defRPr sz="2025" b="0">
                <a:solidFill>
                  <a:srgbClr val="082A45"/>
                </a:solidFill>
                <a:latin typeface="Inter"/>
                <a:ea typeface="Inter"/>
                <a:cs typeface="Inter"/>
              </a:defRPr>
            </a:lvl5pPr>
            <a:lvl6pPr>
              <a:defRPr sz="2025" b="0">
                <a:solidFill>
                  <a:srgbClr val="082A45"/>
                </a:solidFill>
                <a:latin typeface="Inter"/>
                <a:ea typeface="Inter"/>
                <a:cs typeface="Inter"/>
              </a:defRPr>
            </a:lvl6pPr>
            <a:lvl7pPr>
              <a:defRPr sz="2025" b="0">
                <a:solidFill>
                  <a:srgbClr val="082A45"/>
                </a:solidFill>
                <a:latin typeface="Inter"/>
                <a:ea typeface="Inter"/>
                <a:cs typeface="Inter"/>
              </a:defRPr>
            </a:lvl7pPr>
            <a:lvl8pPr>
              <a:defRPr sz="2025" b="0">
                <a:solidFill>
                  <a:srgbClr val="082A45"/>
                </a:solidFill>
                <a:latin typeface="Inter"/>
                <a:ea typeface="Inter"/>
                <a:cs typeface="Inter"/>
              </a:defRPr>
            </a:lvl8pPr>
            <a:lvl9pPr>
              <a:defRPr sz="2025" b="0">
                <a:solidFill>
                  <a:srgbClr val="082A45"/>
                </a:solidFill>
                <a:latin typeface="Inter"/>
                <a:ea typeface="Inter"/>
                <a:cs typeface="Inter"/>
              </a:defRPr>
            </a:lvl9pPr>
          </a:lstStyle>
          <a:p xmlns:a="http://schemas.openxmlformats.org/drawingml/2006/main">
            <a:pPr algn="l">
              <a:lnSpc>
                <a:spcPct val="118000"/>
              </a:lnSpc>
              <a:defRPr sz="2025" b="0">
                <a:solidFill>
                  <a:srgbClr val="082A45"/>
                </a:solidFill>
                <a:latin typeface="Inter"/>
                <a:ea typeface="Inter"/>
                <a:cs typeface="Inter"/>
              </a:defRPr>
            </a:pPr>
            <a:r>
              <a:rPr sz="1900" b="0">
                <a:solidFill>
                  <a:srgbClr val="173F52"/>
                </a:solidFill>
                <a:latin typeface="Inter"/>
                <a:cs typeface="Inter"/>
              </a:rPr>
              <a:t>Experimentar ou acompanhar a demonstração.</a:t>
            </a:r>
            <a:endParaRPr sz="1900"/>
          </a:p>
        </p:txBody>
      </p:sp>
      <p:sp>
        <p:nvSpPr>
          <p:cNvPr id="5" name="label1">
            <a:extLst xmlns:a="http://schemas.openxmlformats.org/drawingml/2006/main">
              <a:ext uri="{FF2B5EF4-FFF2-40B4-BE49-F238E27FC236}">
                <a16:creationId xmlns:a16="http://schemas.microsoft.com/office/drawing/2014/main" id="{A810D4E6-293C-4453-85F9-CC9A6BDC60A4}"/>
              </a:ext>
            </a:extLst>
          </p:cNvPr>
          <p:cNvSpPr>
            <a:spLocks xmlns:a="http://schemas.openxmlformats.org/drawingml/2006/main" noGrp="1"/>
          </p:cNvSpPr>
          <p:nvPr/>
        </p:nvSpPr>
        <p:spPr>
          <a:xfrm xmlns:a="http://schemas.openxmlformats.org/drawingml/2006/main">
            <a:off x="3785616" y="2743200"/>
            <a:ext cx="1975104"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2A45"/>
                </a:solidFill>
                <a:latin typeface="Inter"/>
                <a:ea typeface="Inter"/>
                <a:cs typeface="Inter"/>
              </a:defRPr>
            </a:defPPr>
            <a:lvl1pPr>
              <a:defRPr sz="2325" b="1">
                <a:solidFill>
                  <a:srgbClr val="082A45"/>
                </a:solidFill>
                <a:latin typeface="Inter"/>
                <a:ea typeface="Inter"/>
                <a:cs typeface="Inter"/>
              </a:defRPr>
            </a:lvl1pPr>
            <a:lvl2pPr>
              <a:defRPr sz="2325" b="1">
                <a:solidFill>
                  <a:srgbClr val="082A45"/>
                </a:solidFill>
                <a:latin typeface="Inter"/>
                <a:ea typeface="Inter"/>
                <a:cs typeface="Inter"/>
              </a:defRPr>
            </a:lvl2pPr>
            <a:lvl3pPr>
              <a:defRPr sz="2325" b="1">
                <a:solidFill>
                  <a:srgbClr val="082A45"/>
                </a:solidFill>
                <a:latin typeface="Inter"/>
                <a:ea typeface="Inter"/>
                <a:cs typeface="Inter"/>
              </a:defRPr>
            </a:lvl3pPr>
            <a:lvl4pPr>
              <a:defRPr sz="2325" b="1">
                <a:solidFill>
                  <a:srgbClr val="082A45"/>
                </a:solidFill>
                <a:latin typeface="Inter"/>
                <a:ea typeface="Inter"/>
                <a:cs typeface="Inter"/>
              </a:defRPr>
            </a:lvl4pPr>
            <a:lvl5pPr>
              <a:defRPr sz="2325" b="1">
                <a:solidFill>
                  <a:srgbClr val="082A45"/>
                </a:solidFill>
                <a:latin typeface="Inter"/>
                <a:ea typeface="Inter"/>
                <a:cs typeface="Inter"/>
              </a:defRPr>
            </a:lvl5pPr>
            <a:lvl6pPr>
              <a:defRPr sz="2325" b="1">
                <a:solidFill>
                  <a:srgbClr val="082A45"/>
                </a:solidFill>
                <a:latin typeface="Inter"/>
                <a:ea typeface="Inter"/>
                <a:cs typeface="Inter"/>
              </a:defRPr>
            </a:lvl6pPr>
            <a:lvl7pPr>
              <a:defRPr sz="2325" b="1">
                <a:solidFill>
                  <a:srgbClr val="082A45"/>
                </a:solidFill>
                <a:latin typeface="Inter"/>
                <a:ea typeface="Inter"/>
                <a:cs typeface="Inter"/>
              </a:defRPr>
            </a:lvl7pPr>
            <a:lvl8pPr>
              <a:defRPr sz="2325" b="1">
                <a:solidFill>
                  <a:srgbClr val="082A45"/>
                </a:solidFill>
                <a:latin typeface="Inter"/>
                <a:ea typeface="Inter"/>
                <a:cs typeface="Inter"/>
              </a:defRPr>
            </a:lvl8pPr>
            <a:lvl9pPr>
              <a:defRPr sz="2325" b="1">
                <a:solidFill>
                  <a:srgbClr val="082A45"/>
                </a:solidFill>
                <a:latin typeface="Inter"/>
                <a:ea typeface="Inter"/>
                <a:cs typeface="Inter"/>
              </a:defRPr>
            </a:lvl9pPr>
          </a:lstStyle>
          <a:p xmlns:a="http://schemas.openxmlformats.org/drawingml/2006/main">
            <a:pPr algn="l">
              <a:defRPr sz="2325" b="1">
                <a:solidFill>
                  <a:srgbClr val="082A45"/>
                </a:solidFill>
                <a:latin typeface="Inter"/>
                <a:ea typeface="Inter"/>
                <a:cs typeface="Inter"/>
              </a:defRPr>
            </a:pPr>
            <a:r>
              <a:rPr sz="3400" b="0">
                <a:solidFill>
                  <a:srgbClr val="082A45"/>
                </a:solidFill>
                <a:latin typeface="EB Garamond"/>
                <a:cs typeface="EB Garamond"/>
              </a:rPr>
              <a:t>Adaptar</a:t>
            </a:r>
            <a:endParaRPr sz="3400"/>
          </a:p>
        </p:txBody>
      </p:sp>
      <p:sp>
        <p:nvSpPr>
          <p:cNvPr id="6" name="body1">
            <a:extLst xmlns:a="http://schemas.openxmlformats.org/drawingml/2006/main">
              <a:ext uri="{FF2B5EF4-FFF2-40B4-BE49-F238E27FC236}">
                <a16:creationId xmlns:a16="http://schemas.microsoft.com/office/drawing/2014/main" id="{75CCC40F-60F7-4225-BBCE-F607152C9716}"/>
              </a:ext>
            </a:extLst>
          </p:cNvPr>
          <p:cNvSpPr>
            <a:spLocks xmlns:a="http://schemas.openxmlformats.org/drawingml/2006/main" noGrp="1"/>
          </p:cNvSpPr>
          <p:nvPr/>
        </p:nvSpPr>
        <p:spPr>
          <a:xfrm xmlns:a="http://schemas.openxmlformats.org/drawingml/2006/main">
            <a:off x="3785616" y="3566160"/>
            <a:ext cx="2066544"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082A45"/>
                </a:solidFill>
                <a:latin typeface="Inter"/>
                <a:ea typeface="Inter"/>
                <a:cs typeface="Inter"/>
              </a:defRPr>
            </a:defPPr>
            <a:lvl1pPr>
              <a:defRPr sz="2025" b="0">
                <a:solidFill>
                  <a:srgbClr val="082A45"/>
                </a:solidFill>
                <a:latin typeface="Inter"/>
                <a:ea typeface="Inter"/>
                <a:cs typeface="Inter"/>
              </a:defRPr>
            </a:lvl1pPr>
            <a:lvl2pPr>
              <a:defRPr sz="2025" b="0">
                <a:solidFill>
                  <a:srgbClr val="082A45"/>
                </a:solidFill>
                <a:latin typeface="Inter"/>
                <a:ea typeface="Inter"/>
                <a:cs typeface="Inter"/>
              </a:defRPr>
            </a:lvl2pPr>
            <a:lvl3pPr>
              <a:defRPr sz="2025" b="0">
                <a:solidFill>
                  <a:srgbClr val="082A45"/>
                </a:solidFill>
                <a:latin typeface="Inter"/>
                <a:ea typeface="Inter"/>
                <a:cs typeface="Inter"/>
              </a:defRPr>
            </a:lvl3pPr>
            <a:lvl4pPr>
              <a:defRPr sz="2025" b="0">
                <a:solidFill>
                  <a:srgbClr val="082A45"/>
                </a:solidFill>
                <a:latin typeface="Inter"/>
                <a:ea typeface="Inter"/>
                <a:cs typeface="Inter"/>
              </a:defRPr>
            </a:lvl4pPr>
            <a:lvl5pPr>
              <a:defRPr sz="2025" b="0">
                <a:solidFill>
                  <a:srgbClr val="082A45"/>
                </a:solidFill>
                <a:latin typeface="Inter"/>
                <a:ea typeface="Inter"/>
                <a:cs typeface="Inter"/>
              </a:defRPr>
            </a:lvl5pPr>
            <a:lvl6pPr>
              <a:defRPr sz="2025" b="0">
                <a:solidFill>
                  <a:srgbClr val="082A45"/>
                </a:solidFill>
                <a:latin typeface="Inter"/>
                <a:ea typeface="Inter"/>
                <a:cs typeface="Inter"/>
              </a:defRPr>
            </a:lvl6pPr>
            <a:lvl7pPr>
              <a:defRPr sz="2025" b="0">
                <a:solidFill>
                  <a:srgbClr val="082A45"/>
                </a:solidFill>
                <a:latin typeface="Inter"/>
                <a:ea typeface="Inter"/>
                <a:cs typeface="Inter"/>
              </a:defRPr>
            </a:lvl7pPr>
            <a:lvl8pPr>
              <a:defRPr sz="2025" b="0">
                <a:solidFill>
                  <a:srgbClr val="082A45"/>
                </a:solidFill>
                <a:latin typeface="Inter"/>
                <a:ea typeface="Inter"/>
                <a:cs typeface="Inter"/>
              </a:defRPr>
            </a:lvl8pPr>
            <a:lvl9pPr>
              <a:defRPr sz="2025" b="0">
                <a:solidFill>
                  <a:srgbClr val="082A45"/>
                </a:solidFill>
                <a:latin typeface="Inter"/>
                <a:ea typeface="Inter"/>
                <a:cs typeface="Inter"/>
              </a:defRPr>
            </a:lvl9pPr>
          </a:lstStyle>
          <a:p xmlns:a="http://schemas.openxmlformats.org/drawingml/2006/main">
            <a:pPr algn="l">
              <a:lnSpc>
                <a:spcPct val="118000"/>
              </a:lnSpc>
              <a:defRPr sz="2025" b="0">
                <a:solidFill>
                  <a:srgbClr val="082A45"/>
                </a:solidFill>
                <a:latin typeface="Inter"/>
                <a:ea typeface="Inter"/>
                <a:cs typeface="Inter"/>
              </a:defRPr>
            </a:pPr>
            <a:r>
              <a:rPr sz="1900" b="0">
                <a:solidFill>
                  <a:srgbClr val="173F52"/>
                </a:solidFill>
                <a:latin typeface="Inter"/>
                <a:cs typeface="Inter"/>
              </a:rPr>
              <a:t>Escolher tempo, registro ou exemplo fictício.</a:t>
            </a:r>
            <a:endParaRPr sz="1900"/>
          </a:p>
        </p:txBody>
      </p:sp>
      <p:sp>
        <p:nvSpPr>
          <p:cNvPr id="7" name="label2">
            <a:extLst xmlns:a="http://schemas.openxmlformats.org/drawingml/2006/main">
              <a:ext uri="{FF2B5EF4-FFF2-40B4-BE49-F238E27FC236}">
                <a16:creationId xmlns:a16="http://schemas.microsoft.com/office/drawing/2014/main" id="{8F2CD7E7-EAA0-4F64-AF6B-7258A9DE1815}"/>
              </a:ext>
            </a:extLst>
          </p:cNvPr>
          <p:cNvSpPr>
            <a:spLocks xmlns:a="http://schemas.openxmlformats.org/drawingml/2006/main" noGrp="1"/>
          </p:cNvSpPr>
          <p:nvPr/>
        </p:nvSpPr>
        <p:spPr>
          <a:xfrm xmlns:a="http://schemas.openxmlformats.org/drawingml/2006/main">
            <a:off x="6473952" y="2743200"/>
            <a:ext cx="1975104"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2A45"/>
                </a:solidFill>
                <a:latin typeface="Inter"/>
                <a:ea typeface="Inter"/>
                <a:cs typeface="Inter"/>
              </a:defRPr>
            </a:defPPr>
            <a:lvl1pPr>
              <a:defRPr sz="2325" b="1">
                <a:solidFill>
                  <a:srgbClr val="082A45"/>
                </a:solidFill>
                <a:latin typeface="Inter"/>
                <a:ea typeface="Inter"/>
                <a:cs typeface="Inter"/>
              </a:defRPr>
            </a:lvl1pPr>
            <a:lvl2pPr>
              <a:defRPr sz="2325" b="1">
                <a:solidFill>
                  <a:srgbClr val="082A45"/>
                </a:solidFill>
                <a:latin typeface="Inter"/>
                <a:ea typeface="Inter"/>
                <a:cs typeface="Inter"/>
              </a:defRPr>
            </a:lvl2pPr>
            <a:lvl3pPr>
              <a:defRPr sz="2325" b="1">
                <a:solidFill>
                  <a:srgbClr val="082A45"/>
                </a:solidFill>
                <a:latin typeface="Inter"/>
                <a:ea typeface="Inter"/>
                <a:cs typeface="Inter"/>
              </a:defRPr>
            </a:lvl3pPr>
            <a:lvl4pPr>
              <a:defRPr sz="2325" b="1">
                <a:solidFill>
                  <a:srgbClr val="082A45"/>
                </a:solidFill>
                <a:latin typeface="Inter"/>
                <a:ea typeface="Inter"/>
                <a:cs typeface="Inter"/>
              </a:defRPr>
            </a:lvl4pPr>
            <a:lvl5pPr>
              <a:defRPr sz="2325" b="1">
                <a:solidFill>
                  <a:srgbClr val="082A45"/>
                </a:solidFill>
                <a:latin typeface="Inter"/>
                <a:ea typeface="Inter"/>
                <a:cs typeface="Inter"/>
              </a:defRPr>
            </a:lvl5pPr>
            <a:lvl6pPr>
              <a:defRPr sz="2325" b="1">
                <a:solidFill>
                  <a:srgbClr val="082A45"/>
                </a:solidFill>
                <a:latin typeface="Inter"/>
                <a:ea typeface="Inter"/>
                <a:cs typeface="Inter"/>
              </a:defRPr>
            </a:lvl6pPr>
            <a:lvl7pPr>
              <a:defRPr sz="2325" b="1">
                <a:solidFill>
                  <a:srgbClr val="082A45"/>
                </a:solidFill>
                <a:latin typeface="Inter"/>
                <a:ea typeface="Inter"/>
                <a:cs typeface="Inter"/>
              </a:defRPr>
            </a:lvl7pPr>
            <a:lvl8pPr>
              <a:defRPr sz="2325" b="1">
                <a:solidFill>
                  <a:srgbClr val="082A45"/>
                </a:solidFill>
                <a:latin typeface="Inter"/>
                <a:ea typeface="Inter"/>
                <a:cs typeface="Inter"/>
              </a:defRPr>
            </a:lvl8pPr>
            <a:lvl9pPr>
              <a:defRPr sz="2325" b="1">
                <a:solidFill>
                  <a:srgbClr val="082A45"/>
                </a:solidFill>
                <a:latin typeface="Inter"/>
                <a:ea typeface="Inter"/>
                <a:cs typeface="Inter"/>
              </a:defRPr>
            </a:lvl9pPr>
          </a:lstStyle>
          <a:p xmlns:a="http://schemas.openxmlformats.org/drawingml/2006/main">
            <a:pPr algn="l">
              <a:defRPr sz="2325" b="1">
                <a:solidFill>
                  <a:srgbClr val="082A45"/>
                </a:solidFill>
                <a:latin typeface="Inter"/>
                <a:ea typeface="Inter"/>
                <a:cs typeface="Inter"/>
              </a:defRPr>
            </a:pPr>
            <a:r>
              <a:rPr sz="3400" b="0">
                <a:solidFill>
                  <a:srgbClr val="082A45"/>
                </a:solidFill>
                <a:latin typeface="EB Garamond"/>
                <a:cs typeface="EB Garamond"/>
              </a:rPr>
              <a:t>Pausar</a:t>
            </a:r>
            <a:endParaRPr sz="3400"/>
          </a:p>
        </p:txBody>
      </p:sp>
      <p:sp>
        <p:nvSpPr>
          <p:cNvPr id="8" name="body2">
            <a:extLst xmlns:a="http://schemas.openxmlformats.org/drawingml/2006/main">
              <a:ext uri="{FF2B5EF4-FFF2-40B4-BE49-F238E27FC236}">
                <a16:creationId xmlns:a16="http://schemas.microsoft.com/office/drawing/2014/main" id="{8A43326A-8C8C-4BC8-AF0A-6AD7F5564113}"/>
              </a:ext>
            </a:extLst>
          </p:cNvPr>
          <p:cNvSpPr>
            <a:spLocks xmlns:a="http://schemas.openxmlformats.org/drawingml/2006/main" noGrp="1"/>
          </p:cNvSpPr>
          <p:nvPr/>
        </p:nvSpPr>
        <p:spPr>
          <a:xfrm xmlns:a="http://schemas.openxmlformats.org/drawingml/2006/main">
            <a:off x="6473952" y="3566160"/>
            <a:ext cx="2066544"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082A45"/>
                </a:solidFill>
                <a:latin typeface="Inter"/>
                <a:ea typeface="Inter"/>
                <a:cs typeface="Inter"/>
              </a:defRPr>
            </a:defPPr>
            <a:lvl1pPr>
              <a:defRPr sz="2025" b="0">
                <a:solidFill>
                  <a:srgbClr val="082A45"/>
                </a:solidFill>
                <a:latin typeface="Inter"/>
                <a:ea typeface="Inter"/>
                <a:cs typeface="Inter"/>
              </a:defRPr>
            </a:lvl1pPr>
            <a:lvl2pPr>
              <a:defRPr sz="2025" b="0">
                <a:solidFill>
                  <a:srgbClr val="082A45"/>
                </a:solidFill>
                <a:latin typeface="Inter"/>
                <a:ea typeface="Inter"/>
                <a:cs typeface="Inter"/>
              </a:defRPr>
            </a:lvl2pPr>
            <a:lvl3pPr>
              <a:defRPr sz="2025" b="0">
                <a:solidFill>
                  <a:srgbClr val="082A45"/>
                </a:solidFill>
                <a:latin typeface="Inter"/>
                <a:ea typeface="Inter"/>
                <a:cs typeface="Inter"/>
              </a:defRPr>
            </a:lvl3pPr>
            <a:lvl4pPr>
              <a:defRPr sz="2025" b="0">
                <a:solidFill>
                  <a:srgbClr val="082A45"/>
                </a:solidFill>
                <a:latin typeface="Inter"/>
                <a:ea typeface="Inter"/>
                <a:cs typeface="Inter"/>
              </a:defRPr>
            </a:lvl4pPr>
            <a:lvl5pPr>
              <a:defRPr sz="2025" b="0">
                <a:solidFill>
                  <a:srgbClr val="082A45"/>
                </a:solidFill>
                <a:latin typeface="Inter"/>
                <a:ea typeface="Inter"/>
                <a:cs typeface="Inter"/>
              </a:defRPr>
            </a:lvl5pPr>
            <a:lvl6pPr>
              <a:defRPr sz="2025" b="0">
                <a:solidFill>
                  <a:srgbClr val="082A45"/>
                </a:solidFill>
                <a:latin typeface="Inter"/>
                <a:ea typeface="Inter"/>
                <a:cs typeface="Inter"/>
              </a:defRPr>
            </a:lvl6pPr>
            <a:lvl7pPr>
              <a:defRPr sz="2025" b="0">
                <a:solidFill>
                  <a:srgbClr val="082A45"/>
                </a:solidFill>
                <a:latin typeface="Inter"/>
                <a:ea typeface="Inter"/>
                <a:cs typeface="Inter"/>
              </a:defRPr>
            </a:lvl7pPr>
            <a:lvl8pPr>
              <a:defRPr sz="2025" b="0">
                <a:solidFill>
                  <a:srgbClr val="082A45"/>
                </a:solidFill>
                <a:latin typeface="Inter"/>
                <a:ea typeface="Inter"/>
                <a:cs typeface="Inter"/>
              </a:defRPr>
            </a:lvl8pPr>
            <a:lvl9pPr>
              <a:defRPr sz="2025" b="0">
                <a:solidFill>
                  <a:srgbClr val="082A45"/>
                </a:solidFill>
                <a:latin typeface="Inter"/>
                <a:ea typeface="Inter"/>
                <a:cs typeface="Inter"/>
              </a:defRPr>
            </a:lvl9pPr>
          </a:lstStyle>
          <a:p xmlns:a="http://schemas.openxmlformats.org/drawingml/2006/main">
            <a:pPr algn="l">
              <a:lnSpc>
                <a:spcPct val="118000"/>
              </a:lnSpc>
              <a:defRPr sz="2025" b="0">
                <a:solidFill>
                  <a:srgbClr val="082A45"/>
                </a:solidFill>
                <a:latin typeface="Inter"/>
                <a:ea typeface="Inter"/>
                <a:cs typeface="Inter"/>
              </a:defRPr>
            </a:pPr>
            <a:r>
              <a:rPr sz="1900" b="0">
                <a:solidFill>
                  <a:srgbClr val="173F52"/>
                </a:solidFill>
                <a:latin typeface="Inter"/>
                <a:cs typeface="Inter"/>
              </a:rPr>
              <a:t>Interromper quando precisar.</a:t>
            </a:r>
            <a:endParaRPr sz="1900"/>
          </a:p>
        </p:txBody>
      </p:sp>
      <p:sp>
        <p:nvSpPr>
          <p:cNvPr id="9" name="label3">
            <a:extLst xmlns:a="http://schemas.openxmlformats.org/drawingml/2006/main">
              <a:ext uri="{FF2B5EF4-FFF2-40B4-BE49-F238E27FC236}">
                <a16:creationId xmlns:a16="http://schemas.microsoft.com/office/drawing/2014/main" id="{FDD9602B-BA24-4EBC-9338-BDF15D75DF18}"/>
              </a:ext>
            </a:extLst>
          </p:cNvPr>
          <p:cNvSpPr>
            <a:spLocks xmlns:a="http://schemas.openxmlformats.org/drawingml/2006/main" noGrp="1"/>
          </p:cNvSpPr>
          <p:nvPr/>
        </p:nvSpPr>
        <p:spPr>
          <a:xfrm xmlns:a="http://schemas.openxmlformats.org/drawingml/2006/main">
            <a:off x="9162288" y="2743200"/>
            <a:ext cx="1975104"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2A45"/>
                </a:solidFill>
                <a:latin typeface="Inter"/>
                <a:ea typeface="Inter"/>
                <a:cs typeface="Inter"/>
              </a:defRPr>
            </a:defPPr>
            <a:lvl1pPr>
              <a:defRPr sz="2325" b="1">
                <a:solidFill>
                  <a:srgbClr val="082A45"/>
                </a:solidFill>
                <a:latin typeface="Inter"/>
                <a:ea typeface="Inter"/>
                <a:cs typeface="Inter"/>
              </a:defRPr>
            </a:lvl1pPr>
            <a:lvl2pPr>
              <a:defRPr sz="2325" b="1">
                <a:solidFill>
                  <a:srgbClr val="082A45"/>
                </a:solidFill>
                <a:latin typeface="Inter"/>
                <a:ea typeface="Inter"/>
                <a:cs typeface="Inter"/>
              </a:defRPr>
            </a:lvl2pPr>
            <a:lvl3pPr>
              <a:defRPr sz="2325" b="1">
                <a:solidFill>
                  <a:srgbClr val="082A45"/>
                </a:solidFill>
                <a:latin typeface="Inter"/>
                <a:ea typeface="Inter"/>
                <a:cs typeface="Inter"/>
              </a:defRPr>
            </a:lvl3pPr>
            <a:lvl4pPr>
              <a:defRPr sz="2325" b="1">
                <a:solidFill>
                  <a:srgbClr val="082A45"/>
                </a:solidFill>
                <a:latin typeface="Inter"/>
                <a:ea typeface="Inter"/>
                <a:cs typeface="Inter"/>
              </a:defRPr>
            </a:lvl4pPr>
            <a:lvl5pPr>
              <a:defRPr sz="2325" b="1">
                <a:solidFill>
                  <a:srgbClr val="082A45"/>
                </a:solidFill>
                <a:latin typeface="Inter"/>
                <a:ea typeface="Inter"/>
                <a:cs typeface="Inter"/>
              </a:defRPr>
            </a:lvl5pPr>
            <a:lvl6pPr>
              <a:defRPr sz="2325" b="1">
                <a:solidFill>
                  <a:srgbClr val="082A45"/>
                </a:solidFill>
                <a:latin typeface="Inter"/>
                <a:ea typeface="Inter"/>
                <a:cs typeface="Inter"/>
              </a:defRPr>
            </a:lvl6pPr>
            <a:lvl7pPr>
              <a:defRPr sz="2325" b="1">
                <a:solidFill>
                  <a:srgbClr val="082A45"/>
                </a:solidFill>
                <a:latin typeface="Inter"/>
                <a:ea typeface="Inter"/>
                <a:cs typeface="Inter"/>
              </a:defRPr>
            </a:lvl7pPr>
            <a:lvl8pPr>
              <a:defRPr sz="2325" b="1">
                <a:solidFill>
                  <a:srgbClr val="082A45"/>
                </a:solidFill>
                <a:latin typeface="Inter"/>
                <a:ea typeface="Inter"/>
                <a:cs typeface="Inter"/>
              </a:defRPr>
            </a:lvl8pPr>
            <a:lvl9pPr>
              <a:defRPr sz="2325" b="1">
                <a:solidFill>
                  <a:srgbClr val="082A45"/>
                </a:solidFill>
                <a:latin typeface="Inter"/>
                <a:ea typeface="Inter"/>
                <a:cs typeface="Inter"/>
              </a:defRPr>
            </a:lvl9pPr>
          </a:lstStyle>
          <a:p xmlns:a="http://schemas.openxmlformats.org/drawingml/2006/main">
            <a:pPr algn="l">
              <a:defRPr sz="2325" b="1">
                <a:solidFill>
                  <a:srgbClr val="082A45"/>
                </a:solidFill>
                <a:latin typeface="Inter"/>
                <a:ea typeface="Inter"/>
                <a:cs typeface="Inter"/>
              </a:defRPr>
            </a:pPr>
            <a:r>
              <a:rPr sz="3400" b="0">
                <a:solidFill>
                  <a:srgbClr val="082A45"/>
                </a:solidFill>
                <a:latin typeface="EB Garamond"/>
                <a:cs typeface="EB Garamond"/>
              </a:rPr>
              <a:t>Retomar</a:t>
            </a:r>
            <a:endParaRPr sz="3400"/>
          </a:p>
        </p:txBody>
      </p:sp>
      <p:sp>
        <p:nvSpPr>
          <p:cNvPr id="10" name="body3">
            <a:extLst xmlns:a="http://schemas.openxmlformats.org/drawingml/2006/main">
              <a:ext uri="{FF2B5EF4-FFF2-40B4-BE49-F238E27FC236}">
                <a16:creationId xmlns:a16="http://schemas.microsoft.com/office/drawing/2014/main" id="{567F7F41-EB72-42DA-8FAD-C8FA33B1A8BC}"/>
              </a:ext>
            </a:extLst>
          </p:cNvPr>
          <p:cNvSpPr>
            <a:spLocks xmlns:a="http://schemas.openxmlformats.org/drawingml/2006/main" noGrp="1"/>
          </p:cNvSpPr>
          <p:nvPr/>
        </p:nvSpPr>
        <p:spPr>
          <a:xfrm xmlns:a="http://schemas.openxmlformats.org/drawingml/2006/main">
            <a:off x="9162288" y="3566160"/>
            <a:ext cx="2066544"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082A45"/>
                </a:solidFill>
                <a:latin typeface="Inter"/>
                <a:ea typeface="Inter"/>
                <a:cs typeface="Inter"/>
              </a:defRPr>
            </a:defPPr>
            <a:lvl1pPr>
              <a:defRPr sz="2025" b="0">
                <a:solidFill>
                  <a:srgbClr val="082A45"/>
                </a:solidFill>
                <a:latin typeface="Inter"/>
                <a:ea typeface="Inter"/>
                <a:cs typeface="Inter"/>
              </a:defRPr>
            </a:lvl1pPr>
            <a:lvl2pPr>
              <a:defRPr sz="2025" b="0">
                <a:solidFill>
                  <a:srgbClr val="082A45"/>
                </a:solidFill>
                <a:latin typeface="Inter"/>
                <a:ea typeface="Inter"/>
                <a:cs typeface="Inter"/>
              </a:defRPr>
            </a:lvl2pPr>
            <a:lvl3pPr>
              <a:defRPr sz="2025" b="0">
                <a:solidFill>
                  <a:srgbClr val="082A45"/>
                </a:solidFill>
                <a:latin typeface="Inter"/>
                <a:ea typeface="Inter"/>
                <a:cs typeface="Inter"/>
              </a:defRPr>
            </a:lvl3pPr>
            <a:lvl4pPr>
              <a:defRPr sz="2025" b="0">
                <a:solidFill>
                  <a:srgbClr val="082A45"/>
                </a:solidFill>
                <a:latin typeface="Inter"/>
                <a:ea typeface="Inter"/>
                <a:cs typeface="Inter"/>
              </a:defRPr>
            </a:lvl4pPr>
            <a:lvl5pPr>
              <a:defRPr sz="2025" b="0">
                <a:solidFill>
                  <a:srgbClr val="082A45"/>
                </a:solidFill>
                <a:latin typeface="Inter"/>
                <a:ea typeface="Inter"/>
                <a:cs typeface="Inter"/>
              </a:defRPr>
            </a:lvl5pPr>
            <a:lvl6pPr>
              <a:defRPr sz="2025" b="0">
                <a:solidFill>
                  <a:srgbClr val="082A45"/>
                </a:solidFill>
                <a:latin typeface="Inter"/>
                <a:ea typeface="Inter"/>
                <a:cs typeface="Inter"/>
              </a:defRPr>
            </a:lvl6pPr>
            <a:lvl7pPr>
              <a:defRPr sz="2025" b="0">
                <a:solidFill>
                  <a:srgbClr val="082A45"/>
                </a:solidFill>
                <a:latin typeface="Inter"/>
                <a:ea typeface="Inter"/>
                <a:cs typeface="Inter"/>
              </a:defRPr>
            </a:lvl7pPr>
            <a:lvl8pPr>
              <a:defRPr sz="2025" b="0">
                <a:solidFill>
                  <a:srgbClr val="082A45"/>
                </a:solidFill>
                <a:latin typeface="Inter"/>
                <a:ea typeface="Inter"/>
                <a:cs typeface="Inter"/>
              </a:defRPr>
            </a:lvl8pPr>
            <a:lvl9pPr>
              <a:defRPr sz="2025" b="0">
                <a:solidFill>
                  <a:srgbClr val="082A45"/>
                </a:solidFill>
                <a:latin typeface="Inter"/>
                <a:ea typeface="Inter"/>
                <a:cs typeface="Inter"/>
              </a:defRPr>
            </a:lvl9pPr>
          </a:lstStyle>
          <a:p xmlns:a="http://schemas.openxmlformats.org/drawingml/2006/main">
            <a:pPr algn="l">
              <a:lnSpc>
                <a:spcPct val="118000"/>
              </a:lnSpc>
              <a:defRPr sz="2025" b="0">
                <a:solidFill>
                  <a:srgbClr val="082A45"/>
                </a:solidFill>
                <a:latin typeface="Inter"/>
                <a:ea typeface="Inter"/>
                <a:cs typeface="Inter"/>
              </a:defRPr>
            </a:pPr>
            <a:r>
              <a:rPr sz="1900" b="0">
                <a:solidFill>
                  <a:srgbClr val="173F52"/>
                </a:solidFill>
                <a:latin typeface="Inter"/>
                <a:cs typeface="Inter"/>
              </a:rPr>
              <a:t>Voltar ao ambiente e decidir como continuar.</a:t>
            </a:r>
            <a:endParaRPr sz="1900"/>
          </a:p>
        </p:txBody>
      </p:sp>
      <p:sp>
        <p:nvSpPr>
          <p:cNvPr id="12" name="number">
            <a:extLst xmlns:a="http://schemas.openxmlformats.org/drawingml/2006/main">
              <a:ext uri="{FF2B5EF4-FFF2-40B4-BE49-F238E27FC236}">
                <a16:creationId xmlns:a16="http://schemas.microsoft.com/office/drawing/2014/main" id="{D5D475B1-0B09-4F96-B41F-79135E58FBE0}"/>
              </a:ext>
            </a:extLst>
          </p:cNvPr>
          <p:cNvSpPr>
            <a:spLocks xmlns:a="http://schemas.openxmlformats.org/drawingml/2006/main" noGrp="1"/>
          </p:cNvSpPr>
          <p:nvPr/>
        </p:nvSpPr>
        <p:spPr>
          <a:xfrm xmlns:a="http://schemas.openxmlformats.org/drawingml/2006/main">
            <a:off x="841248" y="6291072"/>
            <a:ext cx="13716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245E78"/>
                </a:solidFill>
                <a:latin typeface="Inter"/>
                <a:ea typeface="Inter"/>
                <a:cs typeface="Inter"/>
              </a:defRPr>
            </a:defPPr>
            <a:lvl1pPr>
              <a:defRPr sz="1125" b="0">
                <a:solidFill>
                  <a:srgbClr val="245E78"/>
                </a:solidFill>
                <a:latin typeface="Inter"/>
                <a:ea typeface="Inter"/>
                <a:cs typeface="Inter"/>
              </a:defRPr>
            </a:lvl1pPr>
            <a:lvl2pPr>
              <a:defRPr sz="1125" b="0">
                <a:solidFill>
                  <a:srgbClr val="245E78"/>
                </a:solidFill>
                <a:latin typeface="Inter"/>
                <a:ea typeface="Inter"/>
                <a:cs typeface="Inter"/>
              </a:defRPr>
            </a:lvl2pPr>
            <a:lvl3pPr>
              <a:defRPr sz="1125" b="0">
                <a:solidFill>
                  <a:srgbClr val="245E78"/>
                </a:solidFill>
                <a:latin typeface="Inter"/>
                <a:ea typeface="Inter"/>
                <a:cs typeface="Inter"/>
              </a:defRPr>
            </a:lvl3pPr>
            <a:lvl4pPr>
              <a:defRPr sz="1125" b="0">
                <a:solidFill>
                  <a:srgbClr val="245E78"/>
                </a:solidFill>
                <a:latin typeface="Inter"/>
                <a:ea typeface="Inter"/>
                <a:cs typeface="Inter"/>
              </a:defRPr>
            </a:lvl4pPr>
            <a:lvl5pPr>
              <a:defRPr sz="1125" b="0">
                <a:solidFill>
                  <a:srgbClr val="245E78"/>
                </a:solidFill>
                <a:latin typeface="Inter"/>
                <a:ea typeface="Inter"/>
                <a:cs typeface="Inter"/>
              </a:defRPr>
            </a:lvl5pPr>
            <a:lvl6pPr>
              <a:defRPr sz="1125" b="0">
                <a:solidFill>
                  <a:srgbClr val="245E78"/>
                </a:solidFill>
                <a:latin typeface="Inter"/>
                <a:ea typeface="Inter"/>
                <a:cs typeface="Inter"/>
              </a:defRPr>
            </a:lvl6pPr>
            <a:lvl7pPr>
              <a:defRPr sz="1125" b="0">
                <a:solidFill>
                  <a:srgbClr val="245E78"/>
                </a:solidFill>
                <a:latin typeface="Inter"/>
                <a:ea typeface="Inter"/>
                <a:cs typeface="Inter"/>
              </a:defRPr>
            </a:lvl7pPr>
            <a:lvl8pPr>
              <a:defRPr sz="1125" b="0">
                <a:solidFill>
                  <a:srgbClr val="245E78"/>
                </a:solidFill>
                <a:latin typeface="Inter"/>
                <a:ea typeface="Inter"/>
                <a:cs typeface="Inter"/>
              </a:defRPr>
            </a:lvl8pPr>
            <a:lvl9pPr>
              <a:defRPr sz="1125" b="0">
                <a:solidFill>
                  <a:srgbClr val="245E78"/>
                </a:solidFill>
                <a:latin typeface="Inter"/>
                <a:ea typeface="Inter"/>
                <a:cs typeface="Inter"/>
              </a:defRPr>
            </a:lvl9pPr>
          </a:lstStyle>
          <a:p xmlns:a="http://schemas.openxmlformats.org/drawingml/2006/main">
            <a:pPr algn="l">
              <a:defRPr sz="1125" b="0">
                <a:solidFill>
                  <a:srgbClr val="245E78"/>
                </a:solidFill>
                <a:latin typeface="Inter"/>
                <a:ea typeface="Inter"/>
                <a:cs typeface="Inter"/>
              </a:defRPr>
            </a:pPr>
            <a:r>
              <a:rPr sz="1100" b="0" spc="100">
                <a:solidFill>
                  <a:srgbClr val="5A6B74"/>
                </a:solidFill>
                <a:latin typeface="Inter"/>
                <a:cs typeface="Inter"/>
              </a:rPr>
              <a:t>05</a:t>
            </a:r>
            <a:endParaRPr sz="1100"/>
          </a:p>
        </p:txBody>
      </p:sp>
    </p:spTree>
    <p:extLst>
      <p:ext uri="{BB962C8B-B14F-4D97-AF65-F5344CB8AC3E}">
        <p14:creationId xmlns:p14="http://schemas.microsoft.com/office/powerpoint/2010/main" val="1575308321"/>
      </p:ext>
    </p:extLst>
  </p:cSld>
  <p:transition spd="med">
    <p:fade/>
  </p:transition>
</p:sld>
</file>

<file path=ppt/slides/slide6.xml><?xml version="1.0" encoding="utf-8"?>
<p:sld xmlns:p="http://schemas.openxmlformats.org/presentationml/2006/main">
  <p:cSld>
    <p:bg>
      <p:bgPr>
        <a:solidFill xmlns:a="http://schemas.openxmlformats.org/drawingml/2006/main">
          <a:srgbClr val="F4EFEA"/>
        </a:solidFill>
      </p:bgPr>
    </p:bg>
    <p:spTree>
      <p:nvGrpSpPr>
        <p:cNvPr id="1" name=""/>
        <p:cNvGrpSpPr/>
        <p:nvPr/>
      </p:nvGrpSpPr>
      <p:grpSpPr>
        <a:xfrm xmlns:a="http://schemas.openxmlformats.org/drawingml/2006/main"/>
      </p:grpSpPr>
      <p:sp xmlns:a="http://schemas.openxmlformats.org/drawingml/2006/main">
        <p:nvSpPr>
          <p:cNvPr id="7" name="Rounded Rectangle 6"/>
          <p:cNvSpPr/>
          <p:nvPr/>
        </p:nvSpPr>
        <p:spPr>
          <a:xfrm>
            <a:off x="841248" y="2103120"/>
            <a:ext cx="10515600" cy="1600200"/>
          </a:xfrm>
          <a:prstGeom prst="roundRect">
            <a:avLst>
              <a:gd name="adj" fmla="val 5000"/>
            </a:avLst>
          </a:prstGeom>
          <a:solidFill>
            <a:srgbClr val="FFFFFF"/>
          </a:solidFill>
          <a:ln w="9525">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8" name="Oval 7"/>
          <p:cNvSpPr/>
          <p:nvPr/>
        </p:nvSpPr>
        <p:spPr>
          <a:xfrm>
            <a:off x="896112" y="4142231"/>
            <a:ext cx="128016" cy="128016"/>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xmlns:a="http://schemas.openxmlformats.org/drawingml/2006/main" xmlns:r="http://schemas.openxmlformats.org/officeDocument/2006/relationships">
        <p:nvPicPr>
          <p:cNvPr id="9" name="Picture 8" descr="sym_blue.png"/>
          <p:cNvPicPr>
            <a:picLocks noChangeAspect="1"/>
          </p:cNvPicPr>
          <p:nvPr/>
        </p:nvPicPr>
        <p:blipFill>
          <a:blip r:embed="rId4"/>
          <a:stretch>
            <a:fillRect/>
          </a:stretch>
        </p:blipFill>
        <p:spPr>
          <a:xfrm>
            <a:off x="11301984" y="6144768"/>
            <a:ext cx="415447" cy="457200"/>
          </a:xfrm>
          <a:prstGeom prst="rect">
            <a:avLst/>
          </a:prstGeom>
        </p:spPr>
      </p:pic>
      <p:sp>
        <p:nvSpPr>
          <p:cNvPr id="2" name="title">
            <a:extLst xmlns:a="http://schemas.openxmlformats.org/drawingml/2006/main">
              <a:ext uri="{FF2B5EF4-FFF2-40B4-BE49-F238E27FC236}">
                <a16:creationId xmlns:a16="http://schemas.microsoft.com/office/drawing/2014/main" id="{2C3A480D-1864-4AF4-B6D1-1ED4A394CD08}"/>
              </a:ext>
            </a:extLst>
          </p:cNvPr>
          <p:cNvSpPr>
            <a:spLocks xmlns:a="http://schemas.openxmlformats.org/drawingml/2006/main" noGrp="1"/>
          </p:cNvSpPr>
          <p:nvPr/>
        </p:nvSpPr>
        <p:spPr>
          <a:xfrm xmlns:a="http://schemas.openxmlformats.org/drawingml/2006/main">
            <a:off x="841248" y="640080"/>
            <a:ext cx="10515600" cy="1188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b">
            <a:noAutofit/>
          </a:bodyPr>
          <a:lstStyle xmlns:a="http://schemas.openxmlformats.org/drawingml/2006/main">
            <a:defPPr>
              <a:defRPr sz="2850" b="1">
                <a:solidFill>
                  <a:srgbClr val="082A45"/>
                </a:solidFill>
                <a:latin typeface="Inter"/>
                <a:ea typeface="Inter"/>
                <a:cs typeface="Inter"/>
              </a:defRPr>
            </a:defPPr>
            <a:lvl1pPr>
              <a:defRPr sz="2850" b="1">
                <a:solidFill>
                  <a:srgbClr val="082A45"/>
                </a:solidFill>
                <a:latin typeface="Inter"/>
                <a:ea typeface="Inter"/>
                <a:cs typeface="Inter"/>
              </a:defRPr>
            </a:lvl1pPr>
            <a:lvl2pPr>
              <a:defRPr sz="2850" b="1">
                <a:solidFill>
                  <a:srgbClr val="082A45"/>
                </a:solidFill>
                <a:latin typeface="Inter"/>
                <a:ea typeface="Inter"/>
                <a:cs typeface="Inter"/>
              </a:defRPr>
            </a:lvl2pPr>
            <a:lvl3pPr>
              <a:defRPr sz="2850" b="1">
                <a:solidFill>
                  <a:srgbClr val="082A45"/>
                </a:solidFill>
                <a:latin typeface="Inter"/>
                <a:ea typeface="Inter"/>
                <a:cs typeface="Inter"/>
              </a:defRPr>
            </a:lvl3pPr>
            <a:lvl4pPr>
              <a:defRPr sz="2850" b="1">
                <a:solidFill>
                  <a:srgbClr val="082A45"/>
                </a:solidFill>
                <a:latin typeface="Inter"/>
                <a:ea typeface="Inter"/>
                <a:cs typeface="Inter"/>
              </a:defRPr>
            </a:lvl4pPr>
            <a:lvl5pPr>
              <a:defRPr sz="2850" b="1">
                <a:solidFill>
                  <a:srgbClr val="082A45"/>
                </a:solidFill>
                <a:latin typeface="Inter"/>
                <a:ea typeface="Inter"/>
                <a:cs typeface="Inter"/>
              </a:defRPr>
            </a:lvl5pPr>
            <a:lvl6pPr>
              <a:defRPr sz="2850" b="1">
                <a:solidFill>
                  <a:srgbClr val="082A45"/>
                </a:solidFill>
                <a:latin typeface="Inter"/>
                <a:ea typeface="Inter"/>
                <a:cs typeface="Inter"/>
              </a:defRPr>
            </a:lvl6pPr>
            <a:lvl7pPr>
              <a:defRPr sz="2850" b="1">
                <a:solidFill>
                  <a:srgbClr val="082A45"/>
                </a:solidFill>
                <a:latin typeface="Inter"/>
                <a:ea typeface="Inter"/>
                <a:cs typeface="Inter"/>
              </a:defRPr>
            </a:lvl7pPr>
            <a:lvl8pPr>
              <a:defRPr sz="2850" b="1">
                <a:solidFill>
                  <a:srgbClr val="082A45"/>
                </a:solidFill>
                <a:latin typeface="Inter"/>
                <a:ea typeface="Inter"/>
                <a:cs typeface="Inter"/>
              </a:defRPr>
            </a:lvl8pPr>
            <a:lvl9pPr>
              <a:defRPr sz="2850" b="1">
                <a:solidFill>
                  <a:srgbClr val="082A45"/>
                </a:solidFill>
                <a:latin typeface="Inter"/>
                <a:ea typeface="Inter"/>
                <a:cs typeface="Inter"/>
              </a:defRPr>
            </a:lvl9pPr>
          </a:lstStyle>
          <a:p xmlns:a="http://schemas.openxmlformats.org/drawingml/2006/main">
            <a:pPr algn="l">
              <a:lnSpc>
                <a:spcPct val="95000"/>
              </a:lnSpc>
              <a:defRPr sz="2850" b="1">
                <a:solidFill>
                  <a:srgbClr val="082A45"/>
                </a:solidFill>
                <a:latin typeface="Inter"/>
                <a:ea typeface="Inter"/>
                <a:cs typeface="Inter"/>
              </a:defRPr>
            </a:pPr>
            <a:r>
              <a:rPr sz="4000" b="0">
                <a:solidFill>
                  <a:srgbClr val="082A45"/>
                </a:solidFill>
                <a:latin typeface="EB Garamond"/>
                <a:cs typeface="EB Garamond"/>
              </a:rPr>
              <a:t>Perguntas e compartilhamento</a:t>
            </a:r>
            <a:endParaRPr sz="4000"/>
          </a:p>
        </p:txBody>
      </p:sp>
      <p:sp>
        <p:nvSpPr>
          <p:cNvPr id="3" name="example">
            <a:extLst xmlns:a="http://schemas.openxmlformats.org/drawingml/2006/main">
              <a:ext uri="{FF2B5EF4-FFF2-40B4-BE49-F238E27FC236}">
                <a16:creationId xmlns:a16="http://schemas.microsoft.com/office/drawing/2014/main" id="{11244494-2A45-427B-AE84-960F804D01E8}"/>
              </a:ext>
            </a:extLst>
          </p:cNvPr>
          <p:cNvSpPr>
            <a:spLocks xmlns:a="http://schemas.openxmlformats.org/drawingml/2006/main" noGrp="1"/>
          </p:cNvSpPr>
          <p:nvPr/>
        </p:nvSpPr>
        <p:spPr>
          <a:xfrm xmlns:a="http://schemas.openxmlformats.org/drawingml/2006/main">
            <a:off x="1234440" y="2240280"/>
            <a:ext cx="9692640" cy="132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82A45"/>
                </a:solidFill>
                <a:latin typeface="Inter"/>
                <a:ea typeface="Inter"/>
                <a:cs typeface="Inter"/>
              </a:defRPr>
            </a:defPPr>
            <a:lvl1pPr>
              <a:defRPr sz="2550" b="0">
                <a:solidFill>
                  <a:srgbClr val="082A45"/>
                </a:solidFill>
                <a:latin typeface="Inter"/>
                <a:ea typeface="Inter"/>
                <a:cs typeface="Inter"/>
              </a:defRPr>
            </a:lvl1pPr>
            <a:lvl2pPr>
              <a:defRPr sz="2550" b="0">
                <a:solidFill>
                  <a:srgbClr val="082A45"/>
                </a:solidFill>
                <a:latin typeface="Inter"/>
                <a:ea typeface="Inter"/>
                <a:cs typeface="Inter"/>
              </a:defRPr>
            </a:lvl2pPr>
            <a:lvl3pPr>
              <a:defRPr sz="2550" b="0">
                <a:solidFill>
                  <a:srgbClr val="082A45"/>
                </a:solidFill>
                <a:latin typeface="Inter"/>
                <a:ea typeface="Inter"/>
                <a:cs typeface="Inter"/>
              </a:defRPr>
            </a:lvl3pPr>
            <a:lvl4pPr>
              <a:defRPr sz="2550" b="0">
                <a:solidFill>
                  <a:srgbClr val="082A45"/>
                </a:solidFill>
                <a:latin typeface="Inter"/>
                <a:ea typeface="Inter"/>
                <a:cs typeface="Inter"/>
              </a:defRPr>
            </a:lvl4pPr>
            <a:lvl5pPr>
              <a:defRPr sz="2550" b="0">
                <a:solidFill>
                  <a:srgbClr val="082A45"/>
                </a:solidFill>
                <a:latin typeface="Inter"/>
                <a:ea typeface="Inter"/>
                <a:cs typeface="Inter"/>
              </a:defRPr>
            </a:lvl5pPr>
            <a:lvl6pPr>
              <a:defRPr sz="2550" b="0">
                <a:solidFill>
                  <a:srgbClr val="082A45"/>
                </a:solidFill>
                <a:latin typeface="Inter"/>
                <a:ea typeface="Inter"/>
                <a:cs typeface="Inter"/>
              </a:defRPr>
            </a:lvl6pPr>
            <a:lvl7pPr>
              <a:defRPr sz="2550" b="0">
                <a:solidFill>
                  <a:srgbClr val="082A45"/>
                </a:solidFill>
                <a:latin typeface="Inter"/>
                <a:ea typeface="Inter"/>
                <a:cs typeface="Inter"/>
              </a:defRPr>
            </a:lvl7pPr>
            <a:lvl8pPr>
              <a:defRPr sz="2550" b="0">
                <a:solidFill>
                  <a:srgbClr val="082A45"/>
                </a:solidFill>
                <a:latin typeface="Inter"/>
                <a:ea typeface="Inter"/>
                <a:cs typeface="Inter"/>
              </a:defRPr>
            </a:lvl8pPr>
            <a:lvl9pPr>
              <a:defRPr sz="2550" b="0">
                <a:solidFill>
                  <a:srgbClr val="082A45"/>
                </a:solidFill>
                <a:latin typeface="Inter"/>
                <a:ea typeface="Inter"/>
                <a:cs typeface="Inter"/>
              </a:defRPr>
            </a:lvl9pPr>
          </a:lstStyle>
          <a:p xmlns:a="http://schemas.openxmlformats.org/drawingml/2006/main">
            <a:pPr algn="l">
              <a:lnSpc>
                <a:spcPct val="110000"/>
              </a:lnSpc>
              <a:spcAft>
                <a:spcPts val="400"/>
              </a:spcAft>
              <a:defRPr sz="2550" b="0">
                <a:solidFill>
                  <a:srgbClr val="082A45"/>
                </a:solidFill>
                <a:latin typeface="Inter"/>
                <a:ea typeface="Inter"/>
                <a:cs typeface="Inter"/>
              </a:defRPr>
            </a:pPr>
            <a:r>
              <a:rPr sz="2800" b="0" i="1">
                <a:solidFill>
                  <a:srgbClr val="082A45"/>
                </a:solidFill>
                <a:latin typeface="EB Garamond"/>
                <a:cs typeface="EB Garamond"/>
              </a:rPr>
              <a:t>“Não entendi essa distinção.”</a:t>
            </a:r>
            <a:endParaRPr sz="2800"/>
          </a:p>
          <a:p xmlns:a="http://schemas.openxmlformats.org/drawingml/2006/main">
            <a:pPr algn="l">
              <a:lnSpc>
                <a:spcPct val="110000"/>
              </a:lnSpc>
              <a:spcAft>
                <a:spcPts val="400"/>
              </a:spcAft>
              <a:defRPr sz="2550" b="0">
                <a:solidFill>
                  <a:srgbClr val="082A45"/>
                </a:solidFill>
                <a:latin typeface="Inter"/>
                <a:ea typeface="Inter"/>
                <a:cs typeface="Inter"/>
              </a:defRPr>
            </a:pPr>
            <a:r>
              <a:rPr sz="2800" b="0" i="1">
                <a:solidFill>
                  <a:srgbClr val="082A45"/>
                </a:solidFill>
                <a:latin typeface="EB Garamond"/>
                <a:cs typeface="EB Garamond"/>
              </a:rPr>
              <a:t>“Essa orientação não funcionou para mim.”</a:t>
            </a:r>
            <a:endParaRPr sz="2800"/>
          </a:p>
        </p:txBody>
      </p:sp>
      <p:sp>
        <p:nvSpPr>
          <p:cNvPr id="4" name="body">
            <a:extLst xmlns:a="http://schemas.openxmlformats.org/drawingml/2006/main">
              <a:ext uri="{FF2B5EF4-FFF2-40B4-BE49-F238E27FC236}">
                <a16:creationId xmlns:a16="http://schemas.microsoft.com/office/drawing/2014/main" id="{EF0DAFAF-1256-4686-98DF-06B5AAA392BC}"/>
              </a:ext>
            </a:extLst>
          </p:cNvPr>
          <p:cNvSpPr>
            <a:spLocks xmlns:a="http://schemas.openxmlformats.org/drawingml/2006/main" noGrp="1"/>
          </p:cNvSpPr>
          <p:nvPr/>
        </p:nvSpPr>
        <p:spPr>
          <a:xfrm xmlns:a="http://schemas.openxmlformats.org/drawingml/2006/main">
            <a:off x="1234440" y="4023360"/>
            <a:ext cx="9692640" cy="2011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082A45"/>
                </a:solidFill>
                <a:latin typeface="Inter"/>
                <a:ea typeface="Inter"/>
                <a:cs typeface="Inter"/>
              </a:defRPr>
            </a:defPPr>
            <a:lvl1pPr>
              <a:defRPr sz="2175" b="0">
                <a:solidFill>
                  <a:srgbClr val="082A45"/>
                </a:solidFill>
                <a:latin typeface="Inter"/>
                <a:ea typeface="Inter"/>
                <a:cs typeface="Inter"/>
              </a:defRPr>
            </a:lvl1pPr>
            <a:lvl2pPr>
              <a:defRPr sz="2175" b="0">
                <a:solidFill>
                  <a:srgbClr val="082A45"/>
                </a:solidFill>
                <a:latin typeface="Inter"/>
                <a:ea typeface="Inter"/>
                <a:cs typeface="Inter"/>
              </a:defRPr>
            </a:lvl2pPr>
            <a:lvl3pPr>
              <a:defRPr sz="2175" b="0">
                <a:solidFill>
                  <a:srgbClr val="082A45"/>
                </a:solidFill>
                <a:latin typeface="Inter"/>
                <a:ea typeface="Inter"/>
                <a:cs typeface="Inter"/>
              </a:defRPr>
            </a:lvl3pPr>
            <a:lvl4pPr>
              <a:defRPr sz="2175" b="0">
                <a:solidFill>
                  <a:srgbClr val="082A45"/>
                </a:solidFill>
                <a:latin typeface="Inter"/>
                <a:ea typeface="Inter"/>
                <a:cs typeface="Inter"/>
              </a:defRPr>
            </a:lvl4pPr>
            <a:lvl5pPr>
              <a:defRPr sz="2175" b="0">
                <a:solidFill>
                  <a:srgbClr val="082A45"/>
                </a:solidFill>
                <a:latin typeface="Inter"/>
                <a:ea typeface="Inter"/>
                <a:cs typeface="Inter"/>
              </a:defRPr>
            </a:lvl5pPr>
            <a:lvl6pPr>
              <a:defRPr sz="2175" b="0">
                <a:solidFill>
                  <a:srgbClr val="082A45"/>
                </a:solidFill>
                <a:latin typeface="Inter"/>
                <a:ea typeface="Inter"/>
                <a:cs typeface="Inter"/>
              </a:defRPr>
            </a:lvl6pPr>
            <a:lvl7pPr>
              <a:defRPr sz="2175" b="0">
                <a:solidFill>
                  <a:srgbClr val="082A45"/>
                </a:solidFill>
                <a:latin typeface="Inter"/>
                <a:ea typeface="Inter"/>
                <a:cs typeface="Inter"/>
              </a:defRPr>
            </a:lvl7pPr>
            <a:lvl8pPr>
              <a:defRPr sz="2175" b="0">
                <a:solidFill>
                  <a:srgbClr val="082A45"/>
                </a:solidFill>
                <a:latin typeface="Inter"/>
                <a:ea typeface="Inter"/>
                <a:cs typeface="Inter"/>
              </a:defRPr>
            </a:lvl8pPr>
            <a:lvl9pPr>
              <a:defRPr sz="2175" b="0">
                <a:solidFill>
                  <a:srgbClr val="082A45"/>
                </a:solidFill>
                <a:latin typeface="Inter"/>
                <a:ea typeface="Inter"/>
                <a:cs typeface="Inter"/>
              </a:defRPr>
            </a:lvl9pPr>
          </a:lstStyle>
          <a:p xmlns:a="http://schemas.openxmlformats.org/drawingml/2006/main">
            <a:pPr algn="l">
              <a:lnSpc>
                <a:spcPct val="120000"/>
              </a:lnSpc>
              <a:spcAft>
                <a:spcPts val="0"/>
              </a:spcAft>
              <a:defRPr sz="2175" b="0">
                <a:solidFill>
                  <a:srgbClr val="082A45"/>
                </a:solidFill>
                <a:latin typeface="Inter"/>
                <a:ea typeface="Inter"/>
                <a:cs typeface="Inter"/>
              </a:defRPr>
            </a:pPr>
            <a:r>
              <a:rPr sz="2200" b="0">
                <a:solidFill>
                  <a:srgbClr val="173F52"/>
                </a:solidFill>
                <a:latin typeface="Inter"/>
                <a:cs typeface="Inter"/>
              </a:rPr>
              <a:t>Uma pergunta não exige contar toda a história.</a:t>
            </a:r>
            <a:endParaRPr sz="2200"/>
          </a:p>
          <a:p xmlns:a="http://schemas.openxmlformats.org/drawingml/2006/main">
            <a:pPr algn="l">
              <a:lnSpc>
                <a:spcPct val="120000"/>
              </a:lnSpc>
              <a:spcAft>
                <a:spcPts val="0"/>
              </a:spcAft>
            </a:pPr>
            <a:r>
              <a:rPr sz="2200" b="0">
                <a:solidFill>
                  <a:srgbClr val="173F52"/>
                </a:solidFill>
                <a:latin typeface="Inter"/>
                <a:cs typeface="Inter"/>
              </a:rPr>
              <a:t/>
            </a:r>
            <a:endParaRPr sz="2200"/>
          </a:p>
          <a:p xmlns:a="http://schemas.openxmlformats.org/drawingml/2006/main">
            <a:pPr algn="l">
              <a:lnSpc>
                <a:spcPct val="120000"/>
              </a:lnSpc>
              <a:spcAft>
                <a:spcPts val="0"/>
              </a:spcAft>
              <a:defRPr sz="2175" b="0">
                <a:solidFill>
                  <a:srgbClr val="082A45"/>
                </a:solidFill>
                <a:latin typeface="Inter"/>
                <a:ea typeface="Inter"/>
                <a:cs typeface="Inter"/>
              </a:defRPr>
            </a:pPr>
            <a:r>
              <a:rPr sz="2200" b="0">
                <a:solidFill>
                  <a:srgbClr val="173F52"/>
                </a:solidFill>
                <a:latin typeface="Inter"/>
                <a:cs typeface="Inter"/>
              </a:rPr>
              <a:t>Compartilhar é uma escolha.</a:t>
            </a:r>
            <a:endParaRPr sz="2200"/>
          </a:p>
          <a:p xmlns:a="http://schemas.openxmlformats.org/drawingml/2006/main">
            <a:pPr algn="l">
              <a:lnSpc>
                <a:spcPct val="120000"/>
              </a:lnSpc>
              <a:spcAft>
                <a:spcPts val="0"/>
              </a:spcAft>
              <a:defRPr sz="2175" b="0">
                <a:solidFill>
                  <a:srgbClr val="082A45"/>
                </a:solidFill>
                <a:latin typeface="Inter"/>
                <a:ea typeface="Inter"/>
                <a:cs typeface="Inter"/>
              </a:defRPr>
            </a:pPr>
            <a:r>
              <a:rPr sz="2200" b="0">
                <a:solidFill>
                  <a:srgbClr val="173F52"/>
                </a:solidFill>
                <a:latin typeface="Inter"/>
                <a:cs typeface="Inter"/>
              </a:rPr>
              <a:t>Escutar inclui permitir que o outro corrija nossa leitura.</a:t>
            </a:r>
            <a:endParaRPr sz="2200"/>
          </a:p>
        </p:txBody>
      </p:sp>
      <p:sp>
        <p:nvSpPr>
          <p:cNvPr id="6" name="number">
            <a:extLst xmlns:a="http://schemas.openxmlformats.org/drawingml/2006/main">
              <a:ext uri="{FF2B5EF4-FFF2-40B4-BE49-F238E27FC236}">
                <a16:creationId xmlns:a16="http://schemas.microsoft.com/office/drawing/2014/main" id="{ED62E258-9FE7-4FE3-8533-5B1569890276}"/>
              </a:ext>
            </a:extLst>
          </p:cNvPr>
          <p:cNvSpPr>
            <a:spLocks xmlns:a="http://schemas.openxmlformats.org/drawingml/2006/main" noGrp="1"/>
          </p:cNvSpPr>
          <p:nvPr/>
        </p:nvSpPr>
        <p:spPr>
          <a:xfrm xmlns:a="http://schemas.openxmlformats.org/drawingml/2006/main">
            <a:off x="841248" y="6291072"/>
            <a:ext cx="13716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245E78"/>
                </a:solidFill>
                <a:latin typeface="Inter"/>
                <a:ea typeface="Inter"/>
                <a:cs typeface="Inter"/>
              </a:defRPr>
            </a:defPPr>
            <a:lvl1pPr>
              <a:defRPr sz="1125" b="0">
                <a:solidFill>
                  <a:srgbClr val="245E78"/>
                </a:solidFill>
                <a:latin typeface="Inter"/>
                <a:ea typeface="Inter"/>
                <a:cs typeface="Inter"/>
              </a:defRPr>
            </a:lvl1pPr>
            <a:lvl2pPr>
              <a:defRPr sz="1125" b="0">
                <a:solidFill>
                  <a:srgbClr val="245E78"/>
                </a:solidFill>
                <a:latin typeface="Inter"/>
                <a:ea typeface="Inter"/>
                <a:cs typeface="Inter"/>
              </a:defRPr>
            </a:lvl2pPr>
            <a:lvl3pPr>
              <a:defRPr sz="1125" b="0">
                <a:solidFill>
                  <a:srgbClr val="245E78"/>
                </a:solidFill>
                <a:latin typeface="Inter"/>
                <a:ea typeface="Inter"/>
                <a:cs typeface="Inter"/>
              </a:defRPr>
            </a:lvl3pPr>
            <a:lvl4pPr>
              <a:defRPr sz="1125" b="0">
                <a:solidFill>
                  <a:srgbClr val="245E78"/>
                </a:solidFill>
                <a:latin typeface="Inter"/>
                <a:ea typeface="Inter"/>
                <a:cs typeface="Inter"/>
              </a:defRPr>
            </a:lvl4pPr>
            <a:lvl5pPr>
              <a:defRPr sz="1125" b="0">
                <a:solidFill>
                  <a:srgbClr val="245E78"/>
                </a:solidFill>
                <a:latin typeface="Inter"/>
                <a:ea typeface="Inter"/>
                <a:cs typeface="Inter"/>
              </a:defRPr>
            </a:lvl5pPr>
            <a:lvl6pPr>
              <a:defRPr sz="1125" b="0">
                <a:solidFill>
                  <a:srgbClr val="245E78"/>
                </a:solidFill>
                <a:latin typeface="Inter"/>
                <a:ea typeface="Inter"/>
                <a:cs typeface="Inter"/>
              </a:defRPr>
            </a:lvl6pPr>
            <a:lvl7pPr>
              <a:defRPr sz="1125" b="0">
                <a:solidFill>
                  <a:srgbClr val="245E78"/>
                </a:solidFill>
                <a:latin typeface="Inter"/>
                <a:ea typeface="Inter"/>
                <a:cs typeface="Inter"/>
              </a:defRPr>
            </a:lvl7pPr>
            <a:lvl8pPr>
              <a:defRPr sz="1125" b="0">
                <a:solidFill>
                  <a:srgbClr val="245E78"/>
                </a:solidFill>
                <a:latin typeface="Inter"/>
                <a:ea typeface="Inter"/>
                <a:cs typeface="Inter"/>
              </a:defRPr>
            </a:lvl8pPr>
            <a:lvl9pPr>
              <a:defRPr sz="1125" b="0">
                <a:solidFill>
                  <a:srgbClr val="245E78"/>
                </a:solidFill>
                <a:latin typeface="Inter"/>
                <a:ea typeface="Inter"/>
                <a:cs typeface="Inter"/>
              </a:defRPr>
            </a:lvl9pPr>
          </a:lstStyle>
          <a:p xmlns:a="http://schemas.openxmlformats.org/drawingml/2006/main">
            <a:pPr algn="l">
              <a:defRPr sz="1125" b="0">
                <a:solidFill>
                  <a:srgbClr val="245E78"/>
                </a:solidFill>
                <a:latin typeface="Inter"/>
                <a:ea typeface="Inter"/>
                <a:cs typeface="Inter"/>
              </a:defRPr>
            </a:pPr>
            <a:r>
              <a:rPr sz="1100" b="0" spc="100">
                <a:solidFill>
                  <a:srgbClr val="5A6B74"/>
                </a:solidFill>
                <a:latin typeface="Inter"/>
                <a:cs typeface="Inter"/>
              </a:rPr>
              <a:t>06</a:t>
            </a:r>
            <a:endParaRPr sz="1100"/>
          </a:p>
        </p:txBody>
      </p:sp>
    </p:spTree>
    <p:extLst>
      <p:ext uri="{BB962C8B-B14F-4D97-AF65-F5344CB8AC3E}">
        <p14:creationId xmlns:p14="http://schemas.microsoft.com/office/powerpoint/2010/main" val="589542206"/>
      </p:ext>
    </p:extLst>
  </p:cSld>
  <p:transition spd="med">
    <p:fade/>
  </p:transition>
</p:sld>
</file>

<file path=ppt/slides/slide7.xml><?xml version="1.0" encoding="utf-8"?>
<p:sld xmlns:p="http://schemas.openxmlformats.org/presentationml/2006/main">
  <p:cSld>
    <p:bg>
      <p:bgPr>
        <a:solidFill xmlns:a="http://schemas.openxmlformats.org/drawingml/2006/main">
          <a:srgbClr val="F4EFEA"/>
        </a:solidFill>
      </p:bgPr>
    </p:bg>
    <p:spTree>
      <p:nvGrpSpPr>
        <p:cNvPr id="1" name=""/>
        <p:cNvGrpSpPr/>
        <p:nvPr/>
      </p:nvGrpSpPr>
      <p:grpSpPr>
        <a:xfrm xmlns:a="http://schemas.openxmlformats.org/drawingml/2006/main"/>
      </p:grpSpPr>
      <p:sp xmlns:a="http://schemas.openxmlformats.org/drawingml/2006/main">
        <p:nvSpPr>
          <p:cNvPr id="12" name="Rounded Rectangle 11"/>
          <p:cNvSpPr/>
          <p:nvPr/>
        </p:nvSpPr>
        <p:spPr>
          <a:xfrm>
            <a:off x="841248" y="2148840"/>
            <a:ext cx="3255264" cy="3017520"/>
          </a:xfrm>
          <a:prstGeom prst="roundRect">
            <a:avLst>
              <a:gd name="adj" fmla="val 5000"/>
            </a:avLst>
          </a:prstGeom>
          <a:solidFill>
            <a:srgbClr val="FBF8F4"/>
          </a:solidFill>
          <a:ln w="9525">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13" name="Oval 12"/>
          <p:cNvSpPr/>
          <p:nvPr/>
        </p:nvSpPr>
        <p:spPr>
          <a:xfrm>
            <a:off x="1165860" y="2482596"/>
            <a:ext cx="118872" cy="118872"/>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14" name="Rounded Rectangle 13"/>
          <p:cNvSpPr/>
          <p:nvPr/>
        </p:nvSpPr>
        <p:spPr>
          <a:xfrm>
            <a:off x="4471416" y="2148840"/>
            <a:ext cx="3255264" cy="3017520"/>
          </a:xfrm>
          <a:prstGeom prst="roundRect">
            <a:avLst>
              <a:gd name="adj" fmla="val 5000"/>
            </a:avLst>
          </a:prstGeom>
          <a:solidFill>
            <a:srgbClr val="FBF8F4"/>
          </a:solidFill>
          <a:ln w="9525">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15" name="Oval 14"/>
          <p:cNvSpPr/>
          <p:nvPr/>
        </p:nvSpPr>
        <p:spPr>
          <a:xfrm>
            <a:off x="4796027" y="2482596"/>
            <a:ext cx="118872" cy="118872"/>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16" name="Rounded Rectangle 15"/>
          <p:cNvSpPr/>
          <p:nvPr/>
        </p:nvSpPr>
        <p:spPr>
          <a:xfrm>
            <a:off x="8101583" y="2148840"/>
            <a:ext cx="3255264" cy="3017520"/>
          </a:xfrm>
          <a:prstGeom prst="roundRect">
            <a:avLst>
              <a:gd name="adj" fmla="val 5000"/>
            </a:avLst>
          </a:prstGeom>
          <a:solidFill>
            <a:srgbClr val="FBF8F4"/>
          </a:solidFill>
          <a:ln w="9525">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17" name="Oval 16"/>
          <p:cNvSpPr/>
          <p:nvPr/>
        </p:nvSpPr>
        <p:spPr>
          <a:xfrm>
            <a:off x="8426196" y="2482596"/>
            <a:ext cx="118872" cy="118872"/>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18" name="Oval 17"/>
          <p:cNvSpPr/>
          <p:nvPr/>
        </p:nvSpPr>
        <p:spPr>
          <a:xfrm>
            <a:off x="896112" y="5541264"/>
            <a:ext cx="128016" cy="128016"/>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xmlns:a="http://schemas.openxmlformats.org/drawingml/2006/main" xmlns:r="http://schemas.openxmlformats.org/officeDocument/2006/relationships">
        <p:nvPicPr>
          <p:cNvPr id="19" name="Picture 18" descr="sym_blue.png"/>
          <p:cNvPicPr>
            <a:picLocks noChangeAspect="1"/>
          </p:cNvPicPr>
          <p:nvPr/>
        </p:nvPicPr>
        <p:blipFill>
          <a:blip r:embed="rId4"/>
          <a:stretch>
            <a:fillRect/>
          </a:stretch>
        </p:blipFill>
        <p:spPr>
          <a:xfrm>
            <a:off x="11301984" y="6144768"/>
            <a:ext cx="415447" cy="457200"/>
          </a:xfrm>
          <a:prstGeom prst="rect">
            <a:avLst/>
          </a:prstGeom>
        </p:spPr>
      </p:pic>
      <p:sp>
        <p:nvSpPr>
          <p:cNvPr id="2" name="title">
            <a:extLst xmlns:a="http://schemas.openxmlformats.org/drawingml/2006/main">
              <a:ext uri="{FF2B5EF4-FFF2-40B4-BE49-F238E27FC236}">
                <a16:creationId xmlns:a16="http://schemas.microsoft.com/office/drawing/2014/main" id="{8913C61D-90B9-4726-A7F4-7A75D3D283EC}"/>
              </a:ext>
            </a:extLst>
          </p:cNvPr>
          <p:cNvSpPr>
            <a:spLocks xmlns:a="http://schemas.openxmlformats.org/drawingml/2006/main" noGrp="1"/>
          </p:cNvSpPr>
          <p:nvPr/>
        </p:nvSpPr>
        <p:spPr>
          <a:xfrm xmlns:a="http://schemas.openxmlformats.org/drawingml/2006/main">
            <a:off x="841248" y="640080"/>
            <a:ext cx="10515600" cy="1188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b">
            <a:noAutofit/>
          </a:bodyPr>
          <a:lstStyle xmlns:a="http://schemas.openxmlformats.org/drawingml/2006/main">
            <a:defPPr>
              <a:defRPr sz="2850" b="1">
                <a:solidFill>
                  <a:srgbClr val="082A45"/>
                </a:solidFill>
                <a:latin typeface="Inter"/>
                <a:ea typeface="Inter"/>
                <a:cs typeface="Inter"/>
              </a:defRPr>
            </a:defPPr>
            <a:lvl1pPr>
              <a:defRPr sz="2850" b="1">
                <a:solidFill>
                  <a:srgbClr val="082A45"/>
                </a:solidFill>
                <a:latin typeface="Inter"/>
                <a:ea typeface="Inter"/>
                <a:cs typeface="Inter"/>
              </a:defRPr>
            </a:lvl1pPr>
            <a:lvl2pPr>
              <a:defRPr sz="2850" b="1">
                <a:solidFill>
                  <a:srgbClr val="082A45"/>
                </a:solidFill>
                <a:latin typeface="Inter"/>
                <a:ea typeface="Inter"/>
                <a:cs typeface="Inter"/>
              </a:defRPr>
            </a:lvl2pPr>
            <a:lvl3pPr>
              <a:defRPr sz="2850" b="1">
                <a:solidFill>
                  <a:srgbClr val="082A45"/>
                </a:solidFill>
                <a:latin typeface="Inter"/>
                <a:ea typeface="Inter"/>
                <a:cs typeface="Inter"/>
              </a:defRPr>
            </a:lvl3pPr>
            <a:lvl4pPr>
              <a:defRPr sz="2850" b="1">
                <a:solidFill>
                  <a:srgbClr val="082A45"/>
                </a:solidFill>
                <a:latin typeface="Inter"/>
                <a:ea typeface="Inter"/>
                <a:cs typeface="Inter"/>
              </a:defRPr>
            </a:lvl4pPr>
            <a:lvl5pPr>
              <a:defRPr sz="2850" b="1">
                <a:solidFill>
                  <a:srgbClr val="082A45"/>
                </a:solidFill>
                <a:latin typeface="Inter"/>
                <a:ea typeface="Inter"/>
                <a:cs typeface="Inter"/>
              </a:defRPr>
            </a:lvl5pPr>
            <a:lvl6pPr>
              <a:defRPr sz="2850" b="1">
                <a:solidFill>
                  <a:srgbClr val="082A45"/>
                </a:solidFill>
                <a:latin typeface="Inter"/>
                <a:ea typeface="Inter"/>
                <a:cs typeface="Inter"/>
              </a:defRPr>
            </a:lvl6pPr>
            <a:lvl7pPr>
              <a:defRPr sz="2850" b="1">
                <a:solidFill>
                  <a:srgbClr val="082A45"/>
                </a:solidFill>
                <a:latin typeface="Inter"/>
                <a:ea typeface="Inter"/>
                <a:cs typeface="Inter"/>
              </a:defRPr>
            </a:lvl7pPr>
            <a:lvl8pPr>
              <a:defRPr sz="2850" b="1">
                <a:solidFill>
                  <a:srgbClr val="082A45"/>
                </a:solidFill>
                <a:latin typeface="Inter"/>
                <a:ea typeface="Inter"/>
                <a:cs typeface="Inter"/>
              </a:defRPr>
            </a:lvl8pPr>
            <a:lvl9pPr>
              <a:defRPr sz="2850" b="1">
                <a:solidFill>
                  <a:srgbClr val="082A45"/>
                </a:solidFill>
                <a:latin typeface="Inter"/>
                <a:ea typeface="Inter"/>
                <a:cs typeface="Inter"/>
              </a:defRPr>
            </a:lvl9pPr>
          </a:lstStyle>
          <a:p xmlns:a="http://schemas.openxmlformats.org/drawingml/2006/main">
            <a:pPr algn="l">
              <a:lnSpc>
                <a:spcPct val="95000"/>
              </a:lnSpc>
              <a:defRPr sz="2850" b="1">
                <a:solidFill>
                  <a:srgbClr val="082A45"/>
                </a:solidFill>
                <a:latin typeface="Inter"/>
                <a:ea typeface="Inter"/>
                <a:cs typeface="Inter"/>
              </a:defRPr>
            </a:pPr>
            <a:r>
              <a:rPr sz="4000" b="0">
                <a:solidFill>
                  <a:srgbClr val="082A45"/>
                </a:solidFill>
                <a:latin typeface="EB Garamond"/>
                <a:cs typeface="EB Garamond"/>
              </a:rPr>
              <a:t>Encontros e gravações</a:t>
            </a:r>
            <a:endParaRPr sz="4000"/>
          </a:p>
        </p:txBody>
      </p:sp>
      <p:sp>
        <p:nvSpPr>
          <p:cNvPr id="3" name="label0">
            <a:extLst xmlns:a="http://schemas.openxmlformats.org/drawingml/2006/main">
              <a:ext uri="{FF2B5EF4-FFF2-40B4-BE49-F238E27FC236}">
                <a16:creationId xmlns:a16="http://schemas.microsoft.com/office/drawing/2014/main" id="{C5B8334F-5F7B-4706-BDE4-C8293C845EC9}"/>
              </a:ext>
            </a:extLst>
          </p:cNvPr>
          <p:cNvSpPr>
            <a:spLocks xmlns:a="http://schemas.openxmlformats.org/drawingml/2006/main" noGrp="1"/>
          </p:cNvSpPr>
          <p:nvPr/>
        </p:nvSpPr>
        <p:spPr>
          <a:xfrm xmlns:a="http://schemas.openxmlformats.org/drawingml/2006/main">
            <a:off x="1115568" y="2743200"/>
            <a:ext cx="2706624"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2A45"/>
                </a:solidFill>
                <a:latin typeface="Inter"/>
                <a:ea typeface="Inter"/>
                <a:cs typeface="Inter"/>
              </a:defRPr>
            </a:defPPr>
            <a:lvl1pPr>
              <a:defRPr sz="2325" b="1">
                <a:solidFill>
                  <a:srgbClr val="082A45"/>
                </a:solidFill>
                <a:latin typeface="Inter"/>
                <a:ea typeface="Inter"/>
                <a:cs typeface="Inter"/>
              </a:defRPr>
            </a:lvl1pPr>
            <a:lvl2pPr>
              <a:defRPr sz="2325" b="1">
                <a:solidFill>
                  <a:srgbClr val="082A45"/>
                </a:solidFill>
                <a:latin typeface="Inter"/>
                <a:ea typeface="Inter"/>
                <a:cs typeface="Inter"/>
              </a:defRPr>
            </a:lvl2pPr>
            <a:lvl3pPr>
              <a:defRPr sz="2325" b="1">
                <a:solidFill>
                  <a:srgbClr val="082A45"/>
                </a:solidFill>
                <a:latin typeface="Inter"/>
                <a:ea typeface="Inter"/>
                <a:cs typeface="Inter"/>
              </a:defRPr>
            </a:lvl3pPr>
            <a:lvl4pPr>
              <a:defRPr sz="2325" b="1">
                <a:solidFill>
                  <a:srgbClr val="082A45"/>
                </a:solidFill>
                <a:latin typeface="Inter"/>
                <a:ea typeface="Inter"/>
                <a:cs typeface="Inter"/>
              </a:defRPr>
            </a:lvl4pPr>
            <a:lvl5pPr>
              <a:defRPr sz="2325" b="1">
                <a:solidFill>
                  <a:srgbClr val="082A45"/>
                </a:solidFill>
                <a:latin typeface="Inter"/>
                <a:ea typeface="Inter"/>
                <a:cs typeface="Inter"/>
              </a:defRPr>
            </a:lvl5pPr>
            <a:lvl6pPr>
              <a:defRPr sz="2325" b="1">
                <a:solidFill>
                  <a:srgbClr val="082A45"/>
                </a:solidFill>
                <a:latin typeface="Inter"/>
                <a:ea typeface="Inter"/>
                <a:cs typeface="Inter"/>
              </a:defRPr>
            </a:lvl6pPr>
            <a:lvl7pPr>
              <a:defRPr sz="2325" b="1">
                <a:solidFill>
                  <a:srgbClr val="082A45"/>
                </a:solidFill>
                <a:latin typeface="Inter"/>
                <a:ea typeface="Inter"/>
                <a:cs typeface="Inter"/>
              </a:defRPr>
            </a:lvl7pPr>
            <a:lvl8pPr>
              <a:defRPr sz="2325" b="1">
                <a:solidFill>
                  <a:srgbClr val="082A45"/>
                </a:solidFill>
                <a:latin typeface="Inter"/>
                <a:ea typeface="Inter"/>
                <a:cs typeface="Inter"/>
              </a:defRPr>
            </a:lvl8pPr>
            <a:lvl9pPr>
              <a:defRPr sz="2325" b="1">
                <a:solidFill>
                  <a:srgbClr val="082A45"/>
                </a:solidFill>
                <a:latin typeface="Inter"/>
                <a:ea typeface="Inter"/>
                <a:cs typeface="Inter"/>
              </a:defRPr>
            </a:lvl9pPr>
          </a:lstStyle>
          <a:p xmlns:a="http://schemas.openxmlformats.org/drawingml/2006/main">
            <a:pPr algn="l">
              <a:defRPr sz="2325" b="1">
                <a:solidFill>
                  <a:srgbClr val="082A45"/>
                </a:solidFill>
                <a:latin typeface="Inter"/>
                <a:ea typeface="Inter"/>
                <a:cs typeface="Inter"/>
              </a:defRPr>
            </a:pPr>
            <a:r>
              <a:rPr sz="3800" b="0">
                <a:solidFill>
                  <a:srgbClr val="082A45"/>
                </a:solidFill>
                <a:latin typeface="EB Garamond"/>
                <a:cs typeface="EB Garamond"/>
              </a:rPr>
              <a:t>Ao vivo</a:t>
            </a:r>
            <a:endParaRPr sz="3800"/>
          </a:p>
        </p:txBody>
      </p:sp>
      <p:sp>
        <p:nvSpPr>
          <p:cNvPr id="4" name="body0">
            <a:extLst xmlns:a="http://schemas.openxmlformats.org/drawingml/2006/main">
              <a:ext uri="{FF2B5EF4-FFF2-40B4-BE49-F238E27FC236}">
                <a16:creationId xmlns:a16="http://schemas.microsoft.com/office/drawing/2014/main" id="{E840FA33-7339-4878-A2DD-D865CB5BA43A}"/>
              </a:ext>
            </a:extLst>
          </p:cNvPr>
          <p:cNvSpPr>
            <a:spLocks xmlns:a="http://schemas.openxmlformats.org/drawingml/2006/main" noGrp="1"/>
          </p:cNvSpPr>
          <p:nvPr/>
        </p:nvSpPr>
        <p:spPr>
          <a:xfrm xmlns:a="http://schemas.openxmlformats.org/drawingml/2006/main">
            <a:off x="1115568" y="3611880"/>
            <a:ext cx="2706624" cy="1463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082A45"/>
                </a:solidFill>
                <a:latin typeface="Inter"/>
                <a:ea typeface="Inter"/>
                <a:cs typeface="Inter"/>
              </a:defRPr>
            </a:defPPr>
            <a:lvl1pPr>
              <a:defRPr sz="2175" b="0">
                <a:solidFill>
                  <a:srgbClr val="082A45"/>
                </a:solidFill>
                <a:latin typeface="Inter"/>
                <a:ea typeface="Inter"/>
                <a:cs typeface="Inter"/>
              </a:defRPr>
            </a:lvl1pPr>
            <a:lvl2pPr>
              <a:defRPr sz="2175" b="0">
                <a:solidFill>
                  <a:srgbClr val="082A45"/>
                </a:solidFill>
                <a:latin typeface="Inter"/>
                <a:ea typeface="Inter"/>
                <a:cs typeface="Inter"/>
              </a:defRPr>
            </a:lvl2pPr>
            <a:lvl3pPr>
              <a:defRPr sz="2175" b="0">
                <a:solidFill>
                  <a:srgbClr val="082A45"/>
                </a:solidFill>
                <a:latin typeface="Inter"/>
                <a:ea typeface="Inter"/>
                <a:cs typeface="Inter"/>
              </a:defRPr>
            </a:lvl3pPr>
            <a:lvl4pPr>
              <a:defRPr sz="2175" b="0">
                <a:solidFill>
                  <a:srgbClr val="082A45"/>
                </a:solidFill>
                <a:latin typeface="Inter"/>
                <a:ea typeface="Inter"/>
                <a:cs typeface="Inter"/>
              </a:defRPr>
            </a:lvl4pPr>
            <a:lvl5pPr>
              <a:defRPr sz="2175" b="0">
                <a:solidFill>
                  <a:srgbClr val="082A45"/>
                </a:solidFill>
                <a:latin typeface="Inter"/>
                <a:ea typeface="Inter"/>
                <a:cs typeface="Inter"/>
              </a:defRPr>
            </a:lvl5pPr>
            <a:lvl6pPr>
              <a:defRPr sz="2175" b="0">
                <a:solidFill>
                  <a:srgbClr val="082A45"/>
                </a:solidFill>
                <a:latin typeface="Inter"/>
                <a:ea typeface="Inter"/>
                <a:cs typeface="Inter"/>
              </a:defRPr>
            </a:lvl6pPr>
            <a:lvl7pPr>
              <a:defRPr sz="2175" b="0">
                <a:solidFill>
                  <a:srgbClr val="082A45"/>
                </a:solidFill>
                <a:latin typeface="Inter"/>
                <a:ea typeface="Inter"/>
                <a:cs typeface="Inter"/>
              </a:defRPr>
            </a:lvl7pPr>
            <a:lvl8pPr>
              <a:defRPr sz="2175" b="0">
                <a:solidFill>
                  <a:srgbClr val="082A45"/>
                </a:solidFill>
                <a:latin typeface="Inter"/>
                <a:ea typeface="Inter"/>
                <a:cs typeface="Inter"/>
              </a:defRPr>
            </a:lvl8pPr>
            <a:lvl9pPr>
              <a:defRPr sz="2175" b="0">
                <a:solidFill>
                  <a:srgbClr val="082A45"/>
                </a:solidFill>
                <a:latin typeface="Inter"/>
                <a:ea typeface="Inter"/>
                <a:cs typeface="Inter"/>
              </a:defRPr>
            </a:lvl9pPr>
          </a:lstStyle>
          <a:p xmlns:a="http://schemas.openxmlformats.org/drawingml/2006/main">
            <a:pPr algn="l">
              <a:lnSpc>
                <a:spcPct val="118000"/>
              </a:lnSpc>
              <a:defRPr sz="2175" b="0">
                <a:solidFill>
                  <a:srgbClr val="082A45"/>
                </a:solidFill>
                <a:latin typeface="Inter"/>
                <a:ea typeface="Inter"/>
                <a:cs typeface="Inter"/>
              </a:defRPr>
            </a:pPr>
            <a:r>
              <a:rPr sz="2100" b="0">
                <a:solidFill>
                  <a:srgbClr val="173F52"/>
                </a:solidFill>
                <a:latin typeface="Inter"/>
                <a:cs typeface="Inter"/>
              </a:rPr>
              <a:t>Encontros pelo Zoom.</a:t>
            </a:r>
            <a:endParaRPr sz="2100"/>
          </a:p>
        </p:txBody>
      </p:sp>
      <p:sp>
        <p:nvSpPr>
          <p:cNvPr id="5" name="label1">
            <a:extLst xmlns:a="http://schemas.openxmlformats.org/drawingml/2006/main">
              <a:ext uri="{FF2B5EF4-FFF2-40B4-BE49-F238E27FC236}">
                <a16:creationId xmlns:a16="http://schemas.microsoft.com/office/drawing/2014/main" id="{C97C7945-A703-41BA-A5E5-4E83E929C65A}"/>
              </a:ext>
            </a:extLst>
          </p:cNvPr>
          <p:cNvSpPr>
            <a:spLocks xmlns:a="http://schemas.openxmlformats.org/drawingml/2006/main" noGrp="1"/>
          </p:cNvSpPr>
          <p:nvPr/>
        </p:nvSpPr>
        <p:spPr>
          <a:xfrm xmlns:a="http://schemas.openxmlformats.org/drawingml/2006/main">
            <a:off x="4745736" y="2743200"/>
            <a:ext cx="2706624"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2A45"/>
                </a:solidFill>
                <a:latin typeface="Inter"/>
                <a:ea typeface="Inter"/>
                <a:cs typeface="Inter"/>
              </a:defRPr>
            </a:defPPr>
            <a:lvl1pPr>
              <a:defRPr sz="2325" b="1">
                <a:solidFill>
                  <a:srgbClr val="082A45"/>
                </a:solidFill>
                <a:latin typeface="Inter"/>
                <a:ea typeface="Inter"/>
                <a:cs typeface="Inter"/>
              </a:defRPr>
            </a:lvl1pPr>
            <a:lvl2pPr>
              <a:defRPr sz="2325" b="1">
                <a:solidFill>
                  <a:srgbClr val="082A45"/>
                </a:solidFill>
                <a:latin typeface="Inter"/>
                <a:ea typeface="Inter"/>
                <a:cs typeface="Inter"/>
              </a:defRPr>
            </a:lvl2pPr>
            <a:lvl3pPr>
              <a:defRPr sz="2325" b="1">
                <a:solidFill>
                  <a:srgbClr val="082A45"/>
                </a:solidFill>
                <a:latin typeface="Inter"/>
                <a:ea typeface="Inter"/>
                <a:cs typeface="Inter"/>
              </a:defRPr>
            </a:lvl3pPr>
            <a:lvl4pPr>
              <a:defRPr sz="2325" b="1">
                <a:solidFill>
                  <a:srgbClr val="082A45"/>
                </a:solidFill>
                <a:latin typeface="Inter"/>
                <a:ea typeface="Inter"/>
                <a:cs typeface="Inter"/>
              </a:defRPr>
            </a:lvl4pPr>
            <a:lvl5pPr>
              <a:defRPr sz="2325" b="1">
                <a:solidFill>
                  <a:srgbClr val="082A45"/>
                </a:solidFill>
                <a:latin typeface="Inter"/>
                <a:ea typeface="Inter"/>
                <a:cs typeface="Inter"/>
              </a:defRPr>
            </a:lvl5pPr>
            <a:lvl6pPr>
              <a:defRPr sz="2325" b="1">
                <a:solidFill>
                  <a:srgbClr val="082A45"/>
                </a:solidFill>
                <a:latin typeface="Inter"/>
                <a:ea typeface="Inter"/>
                <a:cs typeface="Inter"/>
              </a:defRPr>
            </a:lvl6pPr>
            <a:lvl7pPr>
              <a:defRPr sz="2325" b="1">
                <a:solidFill>
                  <a:srgbClr val="082A45"/>
                </a:solidFill>
                <a:latin typeface="Inter"/>
                <a:ea typeface="Inter"/>
                <a:cs typeface="Inter"/>
              </a:defRPr>
            </a:lvl7pPr>
            <a:lvl8pPr>
              <a:defRPr sz="2325" b="1">
                <a:solidFill>
                  <a:srgbClr val="082A45"/>
                </a:solidFill>
                <a:latin typeface="Inter"/>
                <a:ea typeface="Inter"/>
                <a:cs typeface="Inter"/>
              </a:defRPr>
            </a:lvl8pPr>
            <a:lvl9pPr>
              <a:defRPr sz="2325" b="1">
                <a:solidFill>
                  <a:srgbClr val="082A45"/>
                </a:solidFill>
                <a:latin typeface="Inter"/>
                <a:ea typeface="Inter"/>
                <a:cs typeface="Inter"/>
              </a:defRPr>
            </a:lvl9pPr>
          </a:lstStyle>
          <a:p xmlns:a="http://schemas.openxmlformats.org/drawingml/2006/main">
            <a:pPr algn="l">
              <a:defRPr sz="2325" b="1">
                <a:solidFill>
                  <a:srgbClr val="082A45"/>
                </a:solidFill>
                <a:latin typeface="Inter"/>
                <a:ea typeface="Inter"/>
                <a:cs typeface="Inter"/>
              </a:defRPr>
            </a:pPr>
            <a:r>
              <a:rPr sz="3800" b="0">
                <a:solidFill>
                  <a:srgbClr val="082A45"/>
                </a:solidFill>
                <a:latin typeface="EB Garamond"/>
                <a:cs typeface="EB Garamond"/>
              </a:rPr>
              <a:t>Link</a:t>
            </a:r>
            <a:endParaRPr sz="3800"/>
          </a:p>
        </p:txBody>
      </p:sp>
      <p:sp>
        <p:nvSpPr>
          <p:cNvPr id="6" name="body1">
            <a:extLst xmlns:a="http://schemas.openxmlformats.org/drawingml/2006/main">
              <a:ext uri="{FF2B5EF4-FFF2-40B4-BE49-F238E27FC236}">
                <a16:creationId xmlns:a16="http://schemas.microsoft.com/office/drawing/2014/main" id="{BA59F642-4B64-4D17-8ED2-77C26185B860}"/>
              </a:ext>
            </a:extLst>
          </p:cNvPr>
          <p:cNvSpPr>
            <a:spLocks xmlns:a="http://schemas.openxmlformats.org/drawingml/2006/main" noGrp="1"/>
          </p:cNvSpPr>
          <p:nvPr/>
        </p:nvSpPr>
        <p:spPr>
          <a:xfrm xmlns:a="http://schemas.openxmlformats.org/drawingml/2006/main">
            <a:off x="4745736" y="3611880"/>
            <a:ext cx="2706624" cy="1463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082A45"/>
                </a:solidFill>
                <a:latin typeface="Inter"/>
                <a:ea typeface="Inter"/>
                <a:cs typeface="Inter"/>
              </a:defRPr>
            </a:defPPr>
            <a:lvl1pPr>
              <a:defRPr sz="2175" b="0">
                <a:solidFill>
                  <a:srgbClr val="082A45"/>
                </a:solidFill>
                <a:latin typeface="Inter"/>
                <a:ea typeface="Inter"/>
                <a:cs typeface="Inter"/>
              </a:defRPr>
            </a:lvl1pPr>
            <a:lvl2pPr>
              <a:defRPr sz="2175" b="0">
                <a:solidFill>
                  <a:srgbClr val="082A45"/>
                </a:solidFill>
                <a:latin typeface="Inter"/>
                <a:ea typeface="Inter"/>
                <a:cs typeface="Inter"/>
              </a:defRPr>
            </a:lvl2pPr>
            <a:lvl3pPr>
              <a:defRPr sz="2175" b="0">
                <a:solidFill>
                  <a:srgbClr val="082A45"/>
                </a:solidFill>
                <a:latin typeface="Inter"/>
                <a:ea typeface="Inter"/>
                <a:cs typeface="Inter"/>
              </a:defRPr>
            </a:lvl3pPr>
            <a:lvl4pPr>
              <a:defRPr sz="2175" b="0">
                <a:solidFill>
                  <a:srgbClr val="082A45"/>
                </a:solidFill>
                <a:latin typeface="Inter"/>
                <a:ea typeface="Inter"/>
                <a:cs typeface="Inter"/>
              </a:defRPr>
            </a:lvl4pPr>
            <a:lvl5pPr>
              <a:defRPr sz="2175" b="0">
                <a:solidFill>
                  <a:srgbClr val="082A45"/>
                </a:solidFill>
                <a:latin typeface="Inter"/>
                <a:ea typeface="Inter"/>
                <a:cs typeface="Inter"/>
              </a:defRPr>
            </a:lvl5pPr>
            <a:lvl6pPr>
              <a:defRPr sz="2175" b="0">
                <a:solidFill>
                  <a:srgbClr val="082A45"/>
                </a:solidFill>
                <a:latin typeface="Inter"/>
                <a:ea typeface="Inter"/>
                <a:cs typeface="Inter"/>
              </a:defRPr>
            </a:lvl6pPr>
            <a:lvl7pPr>
              <a:defRPr sz="2175" b="0">
                <a:solidFill>
                  <a:srgbClr val="082A45"/>
                </a:solidFill>
                <a:latin typeface="Inter"/>
                <a:ea typeface="Inter"/>
                <a:cs typeface="Inter"/>
              </a:defRPr>
            </a:lvl7pPr>
            <a:lvl8pPr>
              <a:defRPr sz="2175" b="0">
                <a:solidFill>
                  <a:srgbClr val="082A45"/>
                </a:solidFill>
                <a:latin typeface="Inter"/>
                <a:ea typeface="Inter"/>
                <a:cs typeface="Inter"/>
              </a:defRPr>
            </a:lvl8pPr>
            <a:lvl9pPr>
              <a:defRPr sz="2175" b="0">
                <a:solidFill>
                  <a:srgbClr val="082A45"/>
                </a:solidFill>
                <a:latin typeface="Inter"/>
                <a:ea typeface="Inter"/>
                <a:cs typeface="Inter"/>
              </a:defRPr>
            </a:lvl9pPr>
          </a:lstStyle>
          <a:p xmlns:a="http://schemas.openxmlformats.org/drawingml/2006/main">
            <a:pPr algn="l">
              <a:lnSpc>
                <a:spcPct val="118000"/>
              </a:lnSpc>
              <a:defRPr sz="2175" b="0">
                <a:solidFill>
                  <a:srgbClr val="082A45"/>
                </a:solidFill>
                <a:latin typeface="Inter"/>
                <a:ea typeface="Inter"/>
                <a:cs typeface="Inter"/>
              </a:defRPr>
            </a:pPr>
            <a:r>
              <a:rPr sz="2100" b="0">
                <a:solidFill>
                  <a:srgbClr val="173F52"/>
                </a:solidFill>
                <a:latin typeface="Inter"/>
                <a:cs typeface="Inter"/>
              </a:rPr>
              <a:t>Disponibilizado no grupo de WhatsApp.</a:t>
            </a:r>
            <a:endParaRPr sz="2100"/>
          </a:p>
        </p:txBody>
      </p:sp>
      <p:sp>
        <p:nvSpPr>
          <p:cNvPr id="7" name="label2">
            <a:extLst xmlns:a="http://schemas.openxmlformats.org/drawingml/2006/main">
              <a:ext uri="{FF2B5EF4-FFF2-40B4-BE49-F238E27FC236}">
                <a16:creationId xmlns:a16="http://schemas.microsoft.com/office/drawing/2014/main" id="{B91B5545-E435-4B99-A0FF-D59C1D75B2BA}"/>
              </a:ext>
            </a:extLst>
          </p:cNvPr>
          <p:cNvSpPr>
            <a:spLocks xmlns:a="http://schemas.openxmlformats.org/drawingml/2006/main" noGrp="1"/>
          </p:cNvSpPr>
          <p:nvPr/>
        </p:nvSpPr>
        <p:spPr>
          <a:xfrm xmlns:a="http://schemas.openxmlformats.org/drawingml/2006/main">
            <a:off x="8375904" y="2743200"/>
            <a:ext cx="2706624"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2A45"/>
                </a:solidFill>
                <a:latin typeface="Inter"/>
                <a:ea typeface="Inter"/>
                <a:cs typeface="Inter"/>
              </a:defRPr>
            </a:defPPr>
            <a:lvl1pPr>
              <a:defRPr sz="2325" b="1">
                <a:solidFill>
                  <a:srgbClr val="082A45"/>
                </a:solidFill>
                <a:latin typeface="Inter"/>
                <a:ea typeface="Inter"/>
                <a:cs typeface="Inter"/>
              </a:defRPr>
            </a:lvl1pPr>
            <a:lvl2pPr>
              <a:defRPr sz="2325" b="1">
                <a:solidFill>
                  <a:srgbClr val="082A45"/>
                </a:solidFill>
                <a:latin typeface="Inter"/>
                <a:ea typeface="Inter"/>
                <a:cs typeface="Inter"/>
              </a:defRPr>
            </a:lvl2pPr>
            <a:lvl3pPr>
              <a:defRPr sz="2325" b="1">
                <a:solidFill>
                  <a:srgbClr val="082A45"/>
                </a:solidFill>
                <a:latin typeface="Inter"/>
                <a:ea typeface="Inter"/>
                <a:cs typeface="Inter"/>
              </a:defRPr>
            </a:lvl3pPr>
            <a:lvl4pPr>
              <a:defRPr sz="2325" b="1">
                <a:solidFill>
                  <a:srgbClr val="082A45"/>
                </a:solidFill>
                <a:latin typeface="Inter"/>
                <a:ea typeface="Inter"/>
                <a:cs typeface="Inter"/>
              </a:defRPr>
            </a:lvl4pPr>
            <a:lvl5pPr>
              <a:defRPr sz="2325" b="1">
                <a:solidFill>
                  <a:srgbClr val="082A45"/>
                </a:solidFill>
                <a:latin typeface="Inter"/>
                <a:ea typeface="Inter"/>
                <a:cs typeface="Inter"/>
              </a:defRPr>
            </a:lvl5pPr>
            <a:lvl6pPr>
              <a:defRPr sz="2325" b="1">
                <a:solidFill>
                  <a:srgbClr val="082A45"/>
                </a:solidFill>
                <a:latin typeface="Inter"/>
                <a:ea typeface="Inter"/>
                <a:cs typeface="Inter"/>
              </a:defRPr>
            </a:lvl6pPr>
            <a:lvl7pPr>
              <a:defRPr sz="2325" b="1">
                <a:solidFill>
                  <a:srgbClr val="082A45"/>
                </a:solidFill>
                <a:latin typeface="Inter"/>
                <a:ea typeface="Inter"/>
                <a:cs typeface="Inter"/>
              </a:defRPr>
            </a:lvl7pPr>
            <a:lvl8pPr>
              <a:defRPr sz="2325" b="1">
                <a:solidFill>
                  <a:srgbClr val="082A45"/>
                </a:solidFill>
                <a:latin typeface="Inter"/>
                <a:ea typeface="Inter"/>
                <a:cs typeface="Inter"/>
              </a:defRPr>
            </a:lvl8pPr>
            <a:lvl9pPr>
              <a:defRPr sz="2325" b="1">
                <a:solidFill>
                  <a:srgbClr val="082A45"/>
                </a:solidFill>
                <a:latin typeface="Inter"/>
                <a:ea typeface="Inter"/>
                <a:cs typeface="Inter"/>
              </a:defRPr>
            </a:lvl9pPr>
          </a:lstStyle>
          <a:p xmlns:a="http://schemas.openxmlformats.org/drawingml/2006/main">
            <a:pPr algn="l">
              <a:defRPr sz="2325" b="1">
                <a:solidFill>
                  <a:srgbClr val="082A45"/>
                </a:solidFill>
                <a:latin typeface="Inter"/>
                <a:ea typeface="Inter"/>
                <a:cs typeface="Inter"/>
              </a:defRPr>
            </a:pPr>
            <a:r>
              <a:rPr sz="3800" b="0">
                <a:solidFill>
                  <a:srgbClr val="082A45"/>
                </a:solidFill>
                <a:latin typeface="EB Garamond"/>
                <a:cs typeface="EB Garamond"/>
              </a:rPr>
              <a:t>Gravação</a:t>
            </a:r>
            <a:endParaRPr sz="3800"/>
          </a:p>
        </p:txBody>
      </p:sp>
      <p:sp>
        <p:nvSpPr>
          <p:cNvPr id="8" name="body2">
            <a:extLst xmlns:a="http://schemas.openxmlformats.org/drawingml/2006/main">
              <a:ext uri="{FF2B5EF4-FFF2-40B4-BE49-F238E27FC236}">
                <a16:creationId xmlns:a16="http://schemas.microsoft.com/office/drawing/2014/main" id="{04F98738-8629-4128-A1F2-1E29967B5D01}"/>
              </a:ext>
            </a:extLst>
          </p:cNvPr>
          <p:cNvSpPr>
            <a:spLocks xmlns:a="http://schemas.openxmlformats.org/drawingml/2006/main" noGrp="1"/>
          </p:cNvSpPr>
          <p:nvPr/>
        </p:nvSpPr>
        <p:spPr>
          <a:xfrm xmlns:a="http://schemas.openxmlformats.org/drawingml/2006/main">
            <a:off x="8375904" y="3611880"/>
            <a:ext cx="2706624" cy="1463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082A45"/>
                </a:solidFill>
                <a:latin typeface="Inter"/>
                <a:ea typeface="Inter"/>
                <a:cs typeface="Inter"/>
              </a:defRPr>
            </a:defPPr>
            <a:lvl1pPr>
              <a:defRPr sz="2175" b="0">
                <a:solidFill>
                  <a:srgbClr val="082A45"/>
                </a:solidFill>
                <a:latin typeface="Inter"/>
                <a:ea typeface="Inter"/>
                <a:cs typeface="Inter"/>
              </a:defRPr>
            </a:lvl1pPr>
            <a:lvl2pPr>
              <a:defRPr sz="2175" b="0">
                <a:solidFill>
                  <a:srgbClr val="082A45"/>
                </a:solidFill>
                <a:latin typeface="Inter"/>
                <a:ea typeface="Inter"/>
                <a:cs typeface="Inter"/>
              </a:defRPr>
            </a:lvl2pPr>
            <a:lvl3pPr>
              <a:defRPr sz="2175" b="0">
                <a:solidFill>
                  <a:srgbClr val="082A45"/>
                </a:solidFill>
                <a:latin typeface="Inter"/>
                <a:ea typeface="Inter"/>
                <a:cs typeface="Inter"/>
              </a:defRPr>
            </a:lvl3pPr>
            <a:lvl4pPr>
              <a:defRPr sz="2175" b="0">
                <a:solidFill>
                  <a:srgbClr val="082A45"/>
                </a:solidFill>
                <a:latin typeface="Inter"/>
                <a:ea typeface="Inter"/>
                <a:cs typeface="Inter"/>
              </a:defRPr>
            </a:lvl4pPr>
            <a:lvl5pPr>
              <a:defRPr sz="2175" b="0">
                <a:solidFill>
                  <a:srgbClr val="082A45"/>
                </a:solidFill>
                <a:latin typeface="Inter"/>
                <a:ea typeface="Inter"/>
                <a:cs typeface="Inter"/>
              </a:defRPr>
            </a:lvl5pPr>
            <a:lvl6pPr>
              <a:defRPr sz="2175" b="0">
                <a:solidFill>
                  <a:srgbClr val="082A45"/>
                </a:solidFill>
                <a:latin typeface="Inter"/>
                <a:ea typeface="Inter"/>
                <a:cs typeface="Inter"/>
              </a:defRPr>
            </a:lvl6pPr>
            <a:lvl7pPr>
              <a:defRPr sz="2175" b="0">
                <a:solidFill>
                  <a:srgbClr val="082A45"/>
                </a:solidFill>
                <a:latin typeface="Inter"/>
                <a:ea typeface="Inter"/>
                <a:cs typeface="Inter"/>
              </a:defRPr>
            </a:lvl7pPr>
            <a:lvl8pPr>
              <a:defRPr sz="2175" b="0">
                <a:solidFill>
                  <a:srgbClr val="082A45"/>
                </a:solidFill>
                <a:latin typeface="Inter"/>
                <a:ea typeface="Inter"/>
                <a:cs typeface="Inter"/>
              </a:defRPr>
            </a:lvl8pPr>
            <a:lvl9pPr>
              <a:defRPr sz="2175" b="0">
                <a:solidFill>
                  <a:srgbClr val="082A45"/>
                </a:solidFill>
                <a:latin typeface="Inter"/>
                <a:ea typeface="Inter"/>
                <a:cs typeface="Inter"/>
              </a:defRPr>
            </a:lvl9pPr>
          </a:lstStyle>
          <a:p xmlns:a="http://schemas.openxmlformats.org/drawingml/2006/main">
            <a:pPr algn="l">
              <a:lnSpc>
                <a:spcPct val="118000"/>
              </a:lnSpc>
              <a:defRPr sz="2175" b="0">
                <a:solidFill>
                  <a:srgbClr val="082A45"/>
                </a:solidFill>
                <a:latin typeface="Inter"/>
                <a:ea typeface="Inter"/>
                <a:cs typeface="Inter"/>
              </a:defRPr>
            </a:pPr>
            <a:r>
              <a:rPr sz="2100" b="0">
                <a:solidFill>
                  <a:srgbClr val="173F52"/>
                </a:solidFill>
                <a:latin typeface="Inter"/>
                <a:cs typeface="Inter"/>
              </a:rPr>
              <a:t>Posteriormente na Hotmart, na área das aulas on-line.</a:t>
            </a:r>
            <a:endParaRPr sz="2100"/>
          </a:p>
        </p:txBody>
      </p:sp>
      <p:sp>
        <p:nvSpPr>
          <p:cNvPr id="9" name="hours">
            <a:extLst xmlns:a="http://schemas.openxmlformats.org/drawingml/2006/main">
              <a:ext uri="{FF2B5EF4-FFF2-40B4-BE49-F238E27FC236}">
                <a16:creationId xmlns:a16="http://schemas.microsoft.com/office/drawing/2014/main" id="{F9502A3F-88A6-4AD3-90B9-D18AC53BD9EE}"/>
              </a:ext>
            </a:extLst>
          </p:cNvPr>
          <p:cNvSpPr>
            <a:spLocks xmlns:a="http://schemas.openxmlformats.org/drawingml/2006/main" noGrp="1"/>
          </p:cNvSpPr>
          <p:nvPr/>
        </p:nvSpPr>
        <p:spPr>
          <a:xfrm xmlns:a="http://schemas.openxmlformats.org/drawingml/2006/main">
            <a:off x="1234440" y="5440680"/>
            <a:ext cx="1005840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45E78"/>
                </a:solidFill>
                <a:latin typeface="Inter"/>
                <a:ea typeface="Inter"/>
                <a:cs typeface="Inter"/>
              </a:defRPr>
            </a:defPPr>
            <a:lvl1pPr>
              <a:defRPr sz="1800" b="0">
                <a:solidFill>
                  <a:srgbClr val="245E78"/>
                </a:solidFill>
                <a:latin typeface="Inter"/>
                <a:ea typeface="Inter"/>
                <a:cs typeface="Inter"/>
              </a:defRPr>
            </a:lvl1pPr>
            <a:lvl2pPr>
              <a:defRPr sz="1800" b="0">
                <a:solidFill>
                  <a:srgbClr val="245E78"/>
                </a:solidFill>
                <a:latin typeface="Inter"/>
                <a:ea typeface="Inter"/>
                <a:cs typeface="Inter"/>
              </a:defRPr>
            </a:lvl2pPr>
            <a:lvl3pPr>
              <a:defRPr sz="1800" b="0">
                <a:solidFill>
                  <a:srgbClr val="245E78"/>
                </a:solidFill>
                <a:latin typeface="Inter"/>
                <a:ea typeface="Inter"/>
                <a:cs typeface="Inter"/>
              </a:defRPr>
            </a:lvl3pPr>
            <a:lvl4pPr>
              <a:defRPr sz="1800" b="0">
                <a:solidFill>
                  <a:srgbClr val="245E78"/>
                </a:solidFill>
                <a:latin typeface="Inter"/>
                <a:ea typeface="Inter"/>
                <a:cs typeface="Inter"/>
              </a:defRPr>
            </a:lvl4pPr>
            <a:lvl5pPr>
              <a:defRPr sz="1800" b="0">
                <a:solidFill>
                  <a:srgbClr val="245E78"/>
                </a:solidFill>
                <a:latin typeface="Inter"/>
                <a:ea typeface="Inter"/>
                <a:cs typeface="Inter"/>
              </a:defRPr>
            </a:lvl5pPr>
            <a:lvl6pPr>
              <a:defRPr sz="1800" b="0">
                <a:solidFill>
                  <a:srgbClr val="245E78"/>
                </a:solidFill>
                <a:latin typeface="Inter"/>
                <a:ea typeface="Inter"/>
                <a:cs typeface="Inter"/>
              </a:defRPr>
            </a:lvl6pPr>
            <a:lvl7pPr>
              <a:defRPr sz="1800" b="0">
                <a:solidFill>
                  <a:srgbClr val="245E78"/>
                </a:solidFill>
                <a:latin typeface="Inter"/>
                <a:ea typeface="Inter"/>
                <a:cs typeface="Inter"/>
              </a:defRPr>
            </a:lvl7pPr>
            <a:lvl8pPr>
              <a:defRPr sz="1800" b="0">
                <a:solidFill>
                  <a:srgbClr val="245E78"/>
                </a:solidFill>
                <a:latin typeface="Inter"/>
                <a:ea typeface="Inter"/>
                <a:cs typeface="Inter"/>
              </a:defRPr>
            </a:lvl8pPr>
            <a:lvl9pPr>
              <a:defRPr sz="1800" b="0">
                <a:solidFill>
                  <a:srgbClr val="245E78"/>
                </a:solidFill>
                <a:latin typeface="Inter"/>
                <a:ea typeface="Inter"/>
                <a:cs typeface="Inter"/>
              </a:defRPr>
            </a:lvl9pPr>
          </a:lstStyle>
          <a:p xmlns:a="http://schemas.openxmlformats.org/drawingml/2006/main">
            <a:pPr algn="l">
              <a:defRPr sz="1800" b="0">
                <a:solidFill>
                  <a:srgbClr val="245E78"/>
                </a:solidFill>
                <a:latin typeface="Inter"/>
                <a:ea typeface="Inter"/>
                <a:cs typeface="Inter"/>
              </a:defRPr>
            </a:pPr>
            <a:r>
              <a:rPr sz="1900" b="1">
                <a:solidFill>
                  <a:srgbClr val="082A45"/>
                </a:solidFill>
                <a:latin typeface="Inter"/>
                <a:cs typeface="Inter"/>
              </a:rPr>
              <a:t>Primeira hora: dúvidas. Segunda hora: prática orientada.</a:t>
            </a:r>
            <a:endParaRPr sz="1900"/>
          </a:p>
        </p:txBody>
      </p:sp>
      <p:sp>
        <p:nvSpPr>
          <p:cNvPr id="11" name="number">
            <a:extLst xmlns:a="http://schemas.openxmlformats.org/drawingml/2006/main">
              <a:ext uri="{FF2B5EF4-FFF2-40B4-BE49-F238E27FC236}">
                <a16:creationId xmlns:a16="http://schemas.microsoft.com/office/drawing/2014/main" id="{9F545C89-4091-4BCD-98E8-034CE5DAD671}"/>
              </a:ext>
            </a:extLst>
          </p:cNvPr>
          <p:cNvSpPr>
            <a:spLocks xmlns:a="http://schemas.openxmlformats.org/drawingml/2006/main" noGrp="1"/>
          </p:cNvSpPr>
          <p:nvPr/>
        </p:nvSpPr>
        <p:spPr>
          <a:xfrm xmlns:a="http://schemas.openxmlformats.org/drawingml/2006/main">
            <a:off x="841248" y="6291072"/>
            <a:ext cx="13716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245E78"/>
                </a:solidFill>
                <a:latin typeface="Inter"/>
                <a:ea typeface="Inter"/>
                <a:cs typeface="Inter"/>
              </a:defRPr>
            </a:defPPr>
            <a:lvl1pPr>
              <a:defRPr sz="1125" b="0">
                <a:solidFill>
                  <a:srgbClr val="245E78"/>
                </a:solidFill>
                <a:latin typeface="Inter"/>
                <a:ea typeface="Inter"/>
                <a:cs typeface="Inter"/>
              </a:defRPr>
            </a:lvl1pPr>
            <a:lvl2pPr>
              <a:defRPr sz="1125" b="0">
                <a:solidFill>
                  <a:srgbClr val="245E78"/>
                </a:solidFill>
                <a:latin typeface="Inter"/>
                <a:ea typeface="Inter"/>
                <a:cs typeface="Inter"/>
              </a:defRPr>
            </a:lvl2pPr>
            <a:lvl3pPr>
              <a:defRPr sz="1125" b="0">
                <a:solidFill>
                  <a:srgbClr val="245E78"/>
                </a:solidFill>
                <a:latin typeface="Inter"/>
                <a:ea typeface="Inter"/>
                <a:cs typeface="Inter"/>
              </a:defRPr>
            </a:lvl3pPr>
            <a:lvl4pPr>
              <a:defRPr sz="1125" b="0">
                <a:solidFill>
                  <a:srgbClr val="245E78"/>
                </a:solidFill>
                <a:latin typeface="Inter"/>
                <a:ea typeface="Inter"/>
                <a:cs typeface="Inter"/>
              </a:defRPr>
            </a:lvl4pPr>
            <a:lvl5pPr>
              <a:defRPr sz="1125" b="0">
                <a:solidFill>
                  <a:srgbClr val="245E78"/>
                </a:solidFill>
                <a:latin typeface="Inter"/>
                <a:ea typeface="Inter"/>
                <a:cs typeface="Inter"/>
              </a:defRPr>
            </a:lvl5pPr>
            <a:lvl6pPr>
              <a:defRPr sz="1125" b="0">
                <a:solidFill>
                  <a:srgbClr val="245E78"/>
                </a:solidFill>
                <a:latin typeface="Inter"/>
                <a:ea typeface="Inter"/>
                <a:cs typeface="Inter"/>
              </a:defRPr>
            </a:lvl6pPr>
            <a:lvl7pPr>
              <a:defRPr sz="1125" b="0">
                <a:solidFill>
                  <a:srgbClr val="245E78"/>
                </a:solidFill>
                <a:latin typeface="Inter"/>
                <a:ea typeface="Inter"/>
                <a:cs typeface="Inter"/>
              </a:defRPr>
            </a:lvl7pPr>
            <a:lvl8pPr>
              <a:defRPr sz="1125" b="0">
                <a:solidFill>
                  <a:srgbClr val="245E78"/>
                </a:solidFill>
                <a:latin typeface="Inter"/>
                <a:ea typeface="Inter"/>
                <a:cs typeface="Inter"/>
              </a:defRPr>
            </a:lvl8pPr>
            <a:lvl9pPr>
              <a:defRPr sz="1125" b="0">
                <a:solidFill>
                  <a:srgbClr val="245E78"/>
                </a:solidFill>
                <a:latin typeface="Inter"/>
                <a:ea typeface="Inter"/>
                <a:cs typeface="Inter"/>
              </a:defRPr>
            </a:lvl9pPr>
          </a:lstStyle>
          <a:p xmlns:a="http://schemas.openxmlformats.org/drawingml/2006/main">
            <a:pPr algn="l">
              <a:defRPr sz="1125" b="0">
                <a:solidFill>
                  <a:srgbClr val="245E78"/>
                </a:solidFill>
                <a:latin typeface="Inter"/>
                <a:ea typeface="Inter"/>
                <a:cs typeface="Inter"/>
              </a:defRPr>
            </a:pPr>
            <a:r>
              <a:rPr sz="1100" b="0" spc="100">
                <a:solidFill>
                  <a:srgbClr val="5A6B74"/>
                </a:solidFill>
                <a:latin typeface="Inter"/>
                <a:cs typeface="Inter"/>
              </a:rPr>
              <a:t>07</a:t>
            </a:r>
            <a:endParaRPr sz="1100"/>
          </a:p>
        </p:txBody>
      </p:sp>
    </p:spTree>
    <p:extLst>
      <p:ext uri="{BB962C8B-B14F-4D97-AF65-F5344CB8AC3E}">
        <p14:creationId xmlns:p14="http://schemas.microsoft.com/office/powerpoint/2010/main" val="1314670432"/>
      </p:ext>
    </p:extLst>
  </p:cSld>
  <p:transition spd="med">
    <p:fade/>
  </p:transition>
</p:sld>
</file>

<file path=ppt/slides/slide8.xml><?xml version="1.0" encoding="utf-8"?>
<p:sld xmlns:p="http://schemas.openxmlformats.org/presentationml/2006/main">
  <p:cSld>
    <p:bg>
      <p:bgPr>
        <a:solidFill xmlns:a="http://schemas.openxmlformats.org/drawingml/2006/main">
          <a:srgbClr val="F4EFEA"/>
        </a:solidFill>
      </p:bgPr>
    </p:bg>
    <p:spTree>
      <p:nvGrpSpPr>
        <p:cNvPr id="1" name=""/>
        <p:cNvGrpSpPr/>
        <p:nvPr/>
      </p:nvGrpSpPr>
      <p:grpSpPr>
        <a:xfrm xmlns:a="http://schemas.openxmlformats.org/drawingml/2006/main"/>
      </p:grpSpPr>
      <p:cxnSp xmlns:a="http://schemas.openxmlformats.org/drawingml/2006/main">
        <p:nvCxnSpPr>
          <p:cNvPr id="8" name="Connector 7"/>
          <p:cNvCxnSpPr/>
          <p:nvPr/>
        </p:nvCxnSpPr>
        <p:spPr>
          <a:xfrm>
            <a:off x="5532120" y="1801368"/>
            <a:ext cx="0" cy="3685032"/>
          </a:xfrm>
          <a:prstGeom prst="line">
            <a:avLst/>
          </a:prstGeom>
          <a:ln w="12700">
            <a:solidFill>
              <a:srgbClr val="C99A64"/>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9" name="Oval 8"/>
          <p:cNvSpPr/>
          <p:nvPr/>
        </p:nvSpPr>
        <p:spPr>
          <a:xfrm>
            <a:off x="5500116" y="1257300"/>
            <a:ext cx="64008" cy="64008"/>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10" name="Oval 9"/>
          <p:cNvSpPr/>
          <p:nvPr/>
        </p:nvSpPr>
        <p:spPr>
          <a:xfrm>
            <a:off x="5472683" y="1449324"/>
            <a:ext cx="118872" cy="118872"/>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xmlns:a="http://schemas.openxmlformats.org/drawingml/2006/main" xmlns:r="http://schemas.openxmlformats.org/officeDocument/2006/relationships">
        <p:nvPicPr>
          <p:cNvPr id="11" name="Picture 10" descr="sym_blue.png"/>
          <p:cNvPicPr>
            <a:picLocks noChangeAspect="1"/>
          </p:cNvPicPr>
          <p:nvPr/>
        </p:nvPicPr>
        <p:blipFill>
          <a:blip r:embed="rId4"/>
          <a:stretch>
            <a:fillRect/>
          </a:stretch>
        </p:blipFill>
        <p:spPr>
          <a:xfrm>
            <a:off x="11301984" y="6144768"/>
            <a:ext cx="415447" cy="457200"/>
          </a:xfrm>
          <a:prstGeom prst="rect">
            <a:avLst/>
          </a:prstGeom>
        </p:spPr>
      </p:pic>
      <p:sp>
        <p:nvSpPr>
          <p:cNvPr id="2" name="title">
            <a:extLst xmlns:a="http://schemas.openxmlformats.org/drawingml/2006/main">
              <a:ext uri="{FF2B5EF4-FFF2-40B4-BE49-F238E27FC236}">
                <a16:creationId xmlns:a16="http://schemas.microsoft.com/office/drawing/2014/main" id="{F7D170CE-DC0F-4022-8E10-636701138F35}"/>
              </a:ext>
            </a:extLst>
          </p:cNvPr>
          <p:cNvSpPr>
            <a:spLocks xmlns:a="http://schemas.openxmlformats.org/drawingml/2006/main" noGrp="1"/>
          </p:cNvSpPr>
          <p:nvPr/>
        </p:nvSpPr>
        <p:spPr>
          <a:xfrm xmlns:a="http://schemas.openxmlformats.org/drawingml/2006/main">
            <a:off x="841248" y="822960"/>
            <a:ext cx="4343400" cy="5120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850" b="1">
                <a:solidFill>
                  <a:srgbClr val="082A45"/>
                </a:solidFill>
                <a:latin typeface="Inter"/>
                <a:ea typeface="Inter"/>
                <a:cs typeface="Inter"/>
              </a:defRPr>
            </a:defPPr>
            <a:lvl1pPr>
              <a:defRPr sz="2850" b="1">
                <a:solidFill>
                  <a:srgbClr val="082A45"/>
                </a:solidFill>
                <a:latin typeface="Inter"/>
                <a:ea typeface="Inter"/>
                <a:cs typeface="Inter"/>
              </a:defRPr>
            </a:lvl1pPr>
            <a:lvl2pPr>
              <a:defRPr sz="2850" b="1">
                <a:solidFill>
                  <a:srgbClr val="082A45"/>
                </a:solidFill>
                <a:latin typeface="Inter"/>
                <a:ea typeface="Inter"/>
                <a:cs typeface="Inter"/>
              </a:defRPr>
            </a:lvl2pPr>
            <a:lvl3pPr>
              <a:defRPr sz="2850" b="1">
                <a:solidFill>
                  <a:srgbClr val="082A45"/>
                </a:solidFill>
                <a:latin typeface="Inter"/>
                <a:ea typeface="Inter"/>
                <a:cs typeface="Inter"/>
              </a:defRPr>
            </a:lvl3pPr>
            <a:lvl4pPr>
              <a:defRPr sz="2850" b="1">
                <a:solidFill>
                  <a:srgbClr val="082A45"/>
                </a:solidFill>
                <a:latin typeface="Inter"/>
                <a:ea typeface="Inter"/>
                <a:cs typeface="Inter"/>
              </a:defRPr>
            </a:lvl4pPr>
            <a:lvl5pPr>
              <a:defRPr sz="2850" b="1">
                <a:solidFill>
                  <a:srgbClr val="082A45"/>
                </a:solidFill>
                <a:latin typeface="Inter"/>
                <a:ea typeface="Inter"/>
                <a:cs typeface="Inter"/>
              </a:defRPr>
            </a:lvl5pPr>
            <a:lvl6pPr>
              <a:defRPr sz="2850" b="1">
                <a:solidFill>
                  <a:srgbClr val="082A45"/>
                </a:solidFill>
                <a:latin typeface="Inter"/>
                <a:ea typeface="Inter"/>
                <a:cs typeface="Inter"/>
              </a:defRPr>
            </a:lvl6pPr>
            <a:lvl7pPr>
              <a:defRPr sz="2850" b="1">
                <a:solidFill>
                  <a:srgbClr val="082A45"/>
                </a:solidFill>
                <a:latin typeface="Inter"/>
                <a:ea typeface="Inter"/>
                <a:cs typeface="Inter"/>
              </a:defRPr>
            </a:lvl7pPr>
            <a:lvl8pPr>
              <a:defRPr sz="2850" b="1">
                <a:solidFill>
                  <a:srgbClr val="082A45"/>
                </a:solidFill>
                <a:latin typeface="Inter"/>
                <a:ea typeface="Inter"/>
                <a:cs typeface="Inter"/>
              </a:defRPr>
            </a:lvl8pPr>
            <a:lvl9pPr>
              <a:defRPr sz="2850" b="1">
                <a:solidFill>
                  <a:srgbClr val="082A45"/>
                </a:solidFill>
                <a:latin typeface="Inter"/>
                <a:ea typeface="Inter"/>
                <a:cs typeface="Inter"/>
              </a:defRPr>
            </a:lvl9pPr>
          </a:lstStyle>
          <a:p xmlns:a="http://schemas.openxmlformats.org/drawingml/2006/main">
            <a:pPr algn="l">
              <a:lnSpc>
                <a:spcPct val="95000"/>
              </a:lnSpc>
              <a:defRPr sz="2850" b="1">
                <a:solidFill>
                  <a:srgbClr val="082A45"/>
                </a:solidFill>
                <a:latin typeface="Inter"/>
                <a:ea typeface="Inter"/>
                <a:cs typeface="Inter"/>
              </a:defRPr>
            </a:pPr>
            <a:r>
              <a:rPr sz="4000" b="0">
                <a:solidFill>
                  <a:srgbClr val="082A45"/>
                </a:solidFill>
                <a:latin typeface="EB Garamond"/>
                <a:cs typeface="EB Garamond"/>
              </a:rPr>
              <a:t>Apoios e limites do curso</a:t>
            </a:r>
            <a:endParaRPr sz="4000"/>
          </a:p>
        </p:txBody>
      </p:sp>
      <p:sp>
        <p:nvSpPr>
          <p:cNvPr id="3" name="main">
            <a:extLst xmlns:a="http://schemas.openxmlformats.org/drawingml/2006/main">
              <a:ext uri="{FF2B5EF4-FFF2-40B4-BE49-F238E27FC236}">
                <a16:creationId xmlns:a16="http://schemas.microsoft.com/office/drawing/2014/main" id="{601925E5-B158-4B29-816E-CB8B43710356}"/>
              </a:ext>
            </a:extLst>
          </p:cNvPr>
          <p:cNvSpPr>
            <a:spLocks xmlns:a="http://schemas.openxmlformats.org/drawingml/2006/main" noGrp="1"/>
          </p:cNvSpPr>
          <p:nvPr/>
        </p:nvSpPr>
        <p:spPr>
          <a:xfrm xmlns:a="http://schemas.openxmlformats.org/drawingml/2006/main">
            <a:off x="5989320" y="1188720"/>
            <a:ext cx="5349240" cy="1463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b">
            <a:noAutofit/>
          </a:bodyPr>
          <a:lstStyle xmlns:a="http://schemas.openxmlformats.org/drawingml/2006/main">
            <a:defPPr>
              <a:defRPr sz="2850" b="0">
                <a:solidFill>
                  <a:srgbClr val="082A45"/>
                </a:solidFill>
                <a:latin typeface="Inter"/>
                <a:ea typeface="Inter"/>
                <a:cs typeface="Inter"/>
              </a:defRPr>
            </a:defPPr>
            <a:lvl1pPr>
              <a:defRPr sz="2850" b="0">
                <a:solidFill>
                  <a:srgbClr val="082A45"/>
                </a:solidFill>
                <a:latin typeface="Inter"/>
                <a:ea typeface="Inter"/>
                <a:cs typeface="Inter"/>
              </a:defRPr>
            </a:lvl1pPr>
            <a:lvl2pPr>
              <a:defRPr sz="2850" b="0">
                <a:solidFill>
                  <a:srgbClr val="082A45"/>
                </a:solidFill>
                <a:latin typeface="Inter"/>
                <a:ea typeface="Inter"/>
                <a:cs typeface="Inter"/>
              </a:defRPr>
            </a:lvl2pPr>
            <a:lvl3pPr>
              <a:defRPr sz="2850" b="0">
                <a:solidFill>
                  <a:srgbClr val="082A45"/>
                </a:solidFill>
                <a:latin typeface="Inter"/>
                <a:ea typeface="Inter"/>
                <a:cs typeface="Inter"/>
              </a:defRPr>
            </a:lvl3pPr>
            <a:lvl4pPr>
              <a:defRPr sz="2850" b="0">
                <a:solidFill>
                  <a:srgbClr val="082A45"/>
                </a:solidFill>
                <a:latin typeface="Inter"/>
                <a:ea typeface="Inter"/>
                <a:cs typeface="Inter"/>
              </a:defRPr>
            </a:lvl4pPr>
            <a:lvl5pPr>
              <a:defRPr sz="2850" b="0">
                <a:solidFill>
                  <a:srgbClr val="082A45"/>
                </a:solidFill>
                <a:latin typeface="Inter"/>
                <a:ea typeface="Inter"/>
                <a:cs typeface="Inter"/>
              </a:defRPr>
            </a:lvl5pPr>
            <a:lvl6pPr>
              <a:defRPr sz="2850" b="0">
                <a:solidFill>
                  <a:srgbClr val="082A45"/>
                </a:solidFill>
                <a:latin typeface="Inter"/>
                <a:ea typeface="Inter"/>
                <a:cs typeface="Inter"/>
              </a:defRPr>
            </a:lvl6pPr>
            <a:lvl7pPr>
              <a:defRPr sz="2850" b="0">
                <a:solidFill>
                  <a:srgbClr val="082A45"/>
                </a:solidFill>
                <a:latin typeface="Inter"/>
                <a:ea typeface="Inter"/>
                <a:cs typeface="Inter"/>
              </a:defRPr>
            </a:lvl7pPr>
            <a:lvl8pPr>
              <a:defRPr sz="2850" b="0">
                <a:solidFill>
                  <a:srgbClr val="082A45"/>
                </a:solidFill>
                <a:latin typeface="Inter"/>
                <a:ea typeface="Inter"/>
                <a:cs typeface="Inter"/>
              </a:defRPr>
            </a:lvl8pPr>
            <a:lvl9pPr>
              <a:defRPr sz="2850" b="0">
                <a:solidFill>
                  <a:srgbClr val="082A45"/>
                </a:solidFill>
                <a:latin typeface="Inter"/>
                <a:ea typeface="Inter"/>
                <a:cs typeface="Inter"/>
              </a:defRPr>
            </a:lvl9pPr>
          </a:lstStyle>
          <a:p xmlns:a="http://schemas.openxmlformats.org/drawingml/2006/main">
            <a:pPr algn="l">
              <a:lnSpc>
                <a:spcPct val="100000"/>
              </a:lnSpc>
              <a:defRPr sz="2850" b="0">
                <a:solidFill>
                  <a:srgbClr val="082A45"/>
                </a:solidFill>
                <a:latin typeface="Inter"/>
                <a:ea typeface="Inter"/>
                <a:cs typeface="Inter"/>
              </a:defRPr>
            </a:pPr>
            <a:r>
              <a:rPr sz="3200" b="0">
                <a:solidFill>
                  <a:srgbClr val="082A45"/>
                </a:solidFill>
                <a:latin typeface="EB Garamond"/>
                <a:cs typeface="EB Garamond"/>
              </a:rPr>
              <a:t>Compreender a experiência e cultivar possibilidades.</a:t>
            </a:r>
            <a:endParaRPr sz="3200"/>
          </a:p>
        </p:txBody>
      </p:sp>
      <p:sp>
        <p:nvSpPr>
          <p:cNvPr id="4" name="limits">
            <a:extLst xmlns:a="http://schemas.openxmlformats.org/drawingml/2006/main">
              <a:ext uri="{FF2B5EF4-FFF2-40B4-BE49-F238E27FC236}">
                <a16:creationId xmlns:a16="http://schemas.microsoft.com/office/drawing/2014/main" id="{3193C085-20C6-4C38-AFBF-D50FBF3A0222}"/>
              </a:ext>
            </a:extLst>
          </p:cNvPr>
          <p:cNvSpPr>
            <a:spLocks xmlns:a="http://schemas.openxmlformats.org/drawingml/2006/main" noGrp="1"/>
          </p:cNvSpPr>
          <p:nvPr/>
        </p:nvSpPr>
        <p:spPr>
          <a:xfrm xmlns:a="http://schemas.openxmlformats.org/drawingml/2006/main">
            <a:off x="5989320" y="2926080"/>
            <a:ext cx="5349240" cy="1463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82A45"/>
                </a:solidFill>
                <a:latin typeface="Inter"/>
                <a:ea typeface="Inter"/>
                <a:cs typeface="Inter"/>
              </a:defRPr>
            </a:defPPr>
            <a:lvl1pPr>
              <a:defRPr sz="2325" b="0">
                <a:solidFill>
                  <a:srgbClr val="082A45"/>
                </a:solidFill>
                <a:latin typeface="Inter"/>
                <a:ea typeface="Inter"/>
                <a:cs typeface="Inter"/>
              </a:defRPr>
            </a:lvl1pPr>
            <a:lvl2pPr>
              <a:defRPr sz="2325" b="0">
                <a:solidFill>
                  <a:srgbClr val="082A45"/>
                </a:solidFill>
                <a:latin typeface="Inter"/>
                <a:ea typeface="Inter"/>
                <a:cs typeface="Inter"/>
              </a:defRPr>
            </a:lvl2pPr>
            <a:lvl3pPr>
              <a:defRPr sz="2325" b="0">
                <a:solidFill>
                  <a:srgbClr val="082A45"/>
                </a:solidFill>
                <a:latin typeface="Inter"/>
                <a:ea typeface="Inter"/>
                <a:cs typeface="Inter"/>
              </a:defRPr>
            </a:lvl3pPr>
            <a:lvl4pPr>
              <a:defRPr sz="2325" b="0">
                <a:solidFill>
                  <a:srgbClr val="082A45"/>
                </a:solidFill>
                <a:latin typeface="Inter"/>
                <a:ea typeface="Inter"/>
                <a:cs typeface="Inter"/>
              </a:defRPr>
            </a:lvl4pPr>
            <a:lvl5pPr>
              <a:defRPr sz="2325" b="0">
                <a:solidFill>
                  <a:srgbClr val="082A45"/>
                </a:solidFill>
                <a:latin typeface="Inter"/>
                <a:ea typeface="Inter"/>
                <a:cs typeface="Inter"/>
              </a:defRPr>
            </a:lvl5pPr>
            <a:lvl6pPr>
              <a:defRPr sz="2325" b="0">
                <a:solidFill>
                  <a:srgbClr val="082A45"/>
                </a:solidFill>
                <a:latin typeface="Inter"/>
                <a:ea typeface="Inter"/>
                <a:cs typeface="Inter"/>
              </a:defRPr>
            </a:lvl6pPr>
            <a:lvl7pPr>
              <a:defRPr sz="2325" b="0">
                <a:solidFill>
                  <a:srgbClr val="082A45"/>
                </a:solidFill>
                <a:latin typeface="Inter"/>
                <a:ea typeface="Inter"/>
                <a:cs typeface="Inter"/>
              </a:defRPr>
            </a:lvl7pPr>
            <a:lvl8pPr>
              <a:defRPr sz="2325" b="0">
                <a:solidFill>
                  <a:srgbClr val="082A45"/>
                </a:solidFill>
                <a:latin typeface="Inter"/>
                <a:ea typeface="Inter"/>
                <a:cs typeface="Inter"/>
              </a:defRPr>
            </a:lvl8pPr>
            <a:lvl9pPr>
              <a:defRPr sz="2325" b="0">
                <a:solidFill>
                  <a:srgbClr val="082A45"/>
                </a:solidFill>
                <a:latin typeface="Inter"/>
                <a:ea typeface="Inter"/>
                <a:cs typeface="Inter"/>
              </a:defRPr>
            </a:lvl9pPr>
          </a:lstStyle>
          <a:p xmlns:a="http://schemas.openxmlformats.org/drawingml/2006/main">
            <a:pPr algn="l">
              <a:lnSpc>
                <a:spcPct val="120000"/>
              </a:lnSpc>
              <a:spcAft>
                <a:spcPts val="600"/>
              </a:spcAft>
              <a:defRPr sz="2325" b="0">
                <a:solidFill>
                  <a:srgbClr val="082A45"/>
                </a:solidFill>
                <a:latin typeface="Inter"/>
                <a:ea typeface="Inter"/>
                <a:cs typeface="Inter"/>
              </a:defRPr>
            </a:pPr>
            <a:r>
              <a:rPr sz="2300" b="0">
                <a:solidFill>
                  <a:srgbClr val="173F52"/>
                </a:solidFill>
                <a:latin typeface="Inter"/>
                <a:cs typeface="Inter"/>
              </a:rPr>
              <a:t>O curso é educacional.</a:t>
            </a:r>
            <a:endParaRPr sz="2300"/>
          </a:p>
          <a:p xmlns:a="http://schemas.openxmlformats.org/drawingml/2006/main">
            <a:pPr algn="l">
              <a:lnSpc>
                <a:spcPct val="120000"/>
              </a:lnSpc>
              <a:spcAft>
                <a:spcPts val="600"/>
              </a:spcAft>
              <a:defRPr sz="2325" b="0">
                <a:solidFill>
                  <a:srgbClr val="082A45"/>
                </a:solidFill>
                <a:latin typeface="Inter"/>
                <a:ea typeface="Inter"/>
                <a:cs typeface="Inter"/>
              </a:defRPr>
            </a:pPr>
            <a:r>
              <a:rPr sz="2300" b="0">
                <a:solidFill>
                  <a:srgbClr val="173F52"/>
                </a:solidFill>
                <a:latin typeface="Inter"/>
                <a:cs typeface="Inter"/>
              </a:rPr>
              <a:t>Cuidados individuais podem pedir outros apoios.</a:t>
            </a:r>
            <a:endParaRPr sz="2300"/>
          </a:p>
        </p:txBody>
      </p:sp>
      <p:sp>
        <p:nvSpPr>
          <p:cNvPr id="5" name="agency">
            <a:extLst xmlns:a="http://schemas.openxmlformats.org/drawingml/2006/main">
              <a:ext uri="{FF2B5EF4-FFF2-40B4-BE49-F238E27FC236}">
                <a16:creationId xmlns:a16="http://schemas.microsoft.com/office/drawing/2014/main" id="{63978638-2812-483E-A728-F2EE642883B3}"/>
              </a:ext>
            </a:extLst>
          </p:cNvPr>
          <p:cNvSpPr>
            <a:spLocks xmlns:a="http://schemas.openxmlformats.org/drawingml/2006/main" noGrp="1"/>
          </p:cNvSpPr>
          <p:nvPr/>
        </p:nvSpPr>
        <p:spPr>
          <a:xfrm xmlns:a="http://schemas.openxmlformats.org/drawingml/2006/main">
            <a:off x="5989320" y="4663440"/>
            <a:ext cx="5349240" cy="822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45E78"/>
                </a:solidFill>
                <a:latin typeface="Inter"/>
                <a:ea typeface="Inter"/>
                <a:cs typeface="Inter"/>
              </a:defRPr>
            </a:defPPr>
            <a:lvl1pPr>
              <a:defRPr sz="1875" b="0">
                <a:solidFill>
                  <a:srgbClr val="245E78"/>
                </a:solidFill>
                <a:latin typeface="Inter"/>
                <a:ea typeface="Inter"/>
                <a:cs typeface="Inter"/>
              </a:defRPr>
            </a:lvl1pPr>
            <a:lvl2pPr>
              <a:defRPr sz="1875" b="0">
                <a:solidFill>
                  <a:srgbClr val="245E78"/>
                </a:solidFill>
                <a:latin typeface="Inter"/>
                <a:ea typeface="Inter"/>
                <a:cs typeface="Inter"/>
              </a:defRPr>
            </a:lvl2pPr>
            <a:lvl3pPr>
              <a:defRPr sz="1875" b="0">
                <a:solidFill>
                  <a:srgbClr val="245E78"/>
                </a:solidFill>
                <a:latin typeface="Inter"/>
                <a:ea typeface="Inter"/>
                <a:cs typeface="Inter"/>
              </a:defRPr>
            </a:lvl3pPr>
            <a:lvl4pPr>
              <a:defRPr sz="1875" b="0">
                <a:solidFill>
                  <a:srgbClr val="245E78"/>
                </a:solidFill>
                <a:latin typeface="Inter"/>
                <a:ea typeface="Inter"/>
                <a:cs typeface="Inter"/>
              </a:defRPr>
            </a:lvl4pPr>
            <a:lvl5pPr>
              <a:defRPr sz="1875" b="0">
                <a:solidFill>
                  <a:srgbClr val="245E78"/>
                </a:solidFill>
                <a:latin typeface="Inter"/>
                <a:ea typeface="Inter"/>
                <a:cs typeface="Inter"/>
              </a:defRPr>
            </a:lvl5pPr>
            <a:lvl6pPr>
              <a:defRPr sz="1875" b="0">
                <a:solidFill>
                  <a:srgbClr val="245E78"/>
                </a:solidFill>
                <a:latin typeface="Inter"/>
                <a:ea typeface="Inter"/>
                <a:cs typeface="Inter"/>
              </a:defRPr>
            </a:lvl6pPr>
            <a:lvl7pPr>
              <a:defRPr sz="1875" b="0">
                <a:solidFill>
                  <a:srgbClr val="245E78"/>
                </a:solidFill>
                <a:latin typeface="Inter"/>
                <a:ea typeface="Inter"/>
                <a:cs typeface="Inter"/>
              </a:defRPr>
            </a:lvl7pPr>
            <a:lvl8pPr>
              <a:defRPr sz="1875" b="0">
                <a:solidFill>
                  <a:srgbClr val="245E78"/>
                </a:solidFill>
                <a:latin typeface="Inter"/>
                <a:ea typeface="Inter"/>
                <a:cs typeface="Inter"/>
              </a:defRPr>
            </a:lvl8pPr>
            <a:lvl9pPr>
              <a:defRPr sz="1875" b="0">
                <a:solidFill>
                  <a:srgbClr val="245E78"/>
                </a:solidFill>
                <a:latin typeface="Inter"/>
                <a:ea typeface="Inter"/>
                <a:cs typeface="Inter"/>
              </a:defRPr>
            </a:lvl9pPr>
          </a:lstStyle>
          <a:p xmlns:a="http://schemas.openxmlformats.org/drawingml/2006/main">
            <a:pPr algn="l">
              <a:lnSpc>
                <a:spcPct val="105000"/>
              </a:lnSpc>
              <a:defRPr sz="1875" b="0">
                <a:solidFill>
                  <a:srgbClr val="245E78"/>
                </a:solidFill>
                <a:latin typeface="Inter"/>
                <a:ea typeface="Inter"/>
                <a:cs typeface="Inter"/>
              </a:defRPr>
            </a:pPr>
            <a:r>
              <a:rPr sz="2400" b="0" i="1">
                <a:solidFill>
                  <a:srgbClr val="245E78"/>
                </a:solidFill>
                <a:latin typeface="EB Garamond"/>
                <a:cs typeface="EB Garamond"/>
              </a:rPr>
              <a:t>Autonomia inclui reconhecer de que precisamos.</a:t>
            </a:r>
            <a:endParaRPr sz="2400"/>
          </a:p>
        </p:txBody>
      </p:sp>
      <p:sp>
        <p:nvSpPr>
          <p:cNvPr id="7" name="number">
            <a:extLst xmlns:a="http://schemas.openxmlformats.org/drawingml/2006/main">
              <a:ext uri="{FF2B5EF4-FFF2-40B4-BE49-F238E27FC236}">
                <a16:creationId xmlns:a16="http://schemas.microsoft.com/office/drawing/2014/main" id="{BF3BEF9A-F000-4370-9B5F-D28AD88CB7AB}"/>
              </a:ext>
            </a:extLst>
          </p:cNvPr>
          <p:cNvSpPr>
            <a:spLocks xmlns:a="http://schemas.openxmlformats.org/drawingml/2006/main" noGrp="1"/>
          </p:cNvSpPr>
          <p:nvPr/>
        </p:nvSpPr>
        <p:spPr>
          <a:xfrm xmlns:a="http://schemas.openxmlformats.org/drawingml/2006/main">
            <a:off x="841248" y="6291072"/>
            <a:ext cx="13716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245E78"/>
                </a:solidFill>
                <a:latin typeface="Inter"/>
                <a:ea typeface="Inter"/>
                <a:cs typeface="Inter"/>
              </a:defRPr>
            </a:defPPr>
            <a:lvl1pPr>
              <a:defRPr sz="1125" b="0">
                <a:solidFill>
                  <a:srgbClr val="245E78"/>
                </a:solidFill>
                <a:latin typeface="Inter"/>
                <a:ea typeface="Inter"/>
                <a:cs typeface="Inter"/>
              </a:defRPr>
            </a:lvl1pPr>
            <a:lvl2pPr>
              <a:defRPr sz="1125" b="0">
                <a:solidFill>
                  <a:srgbClr val="245E78"/>
                </a:solidFill>
                <a:latin typeface="Inter"/>
                <a:ea typeface="Inter"/>
                <a:cs typeface="Inter"/>
              </a:defRPr>
            </a:lvl2pPr>
            <a:lvl3pPr>
              <a:defRPr sz="1125" b="0">
                <a:solidFill>
                  <a:srgbClr val="245E78"/>
                </a:solidFill>
                <a:latin typeface="Inter"/>
                <a:ea typeface="Inter"/>
                <a:cs typeface="Inter"/>
              </a:defRPr>
            </a:lvl3pPr>
            <a:lvl4pPr>
              <a:defRPr sz="1125" b="0">
                <a:solidFill>
                  <a:srgbClr val="245E78"/>
                </a:solidFill>
                <a:latin typeface="Inter"/>
                <a:ea typeface="Inter"/>
                <a:cs typeface="Inter"/>
              </a:defRPr>
            </a:lvl4pPr>
            <a:lvl5pPr>
              <a:defRPr sz="1125" b="0">
                <a:solidFill>
                  <a:srgbClr val="245E78"/>
                </a:solidFill>
                <a:latin typeface="Inter"/>
                <a:ea typeface="Inter"/>
                <a:cs typeface="Inter"/>
              </a:defRPr>
            </a:lvl5pPr>
            <a:lvl6pPr>
              <a:defRPr sz="1125" b="0">
                <a:solidFill>
                  <a:srgbClr val="245E78"/>
                </a:solidFill>
                <a:latin typeface="Inter"/>
                <a:ea typeface="Inter"/>
                <a:cs typeface="Inter"/>
              </a:defRPr>
            </a:lvl6pPr>
            <a:lvl7pPr>
              <a:defRPr sz="1125" b="0">
                <a:solidFill>
                  <a:srgbClr val="245E78"/>
                </a:solidFill>
                <a:latin typeface="Inter"/>
                <a:ea typeface="Inter"/>
                <a:cs typeface="Inter"/>
              </a:defRPr>
            </a:lvl7pPr>
            <a:lvl8pPr>
              <a:defRPr sz="1125" b="0">
                <a:solidFill>
                  <a:srgbClr val="245E78"/>
                </a:solidFill>
                <a:latin typeface="Inter"/>
                <a:ea typeface="Inter"/>
                <a:cs typeface="Inter"/>
              </a:defRPr>
            </a:lvl8pPr>
            <a:lvl9pPr>
              <a:defRPr sz="1125" b="0">
                <a:solidFill>
                  <a:srgbClr val="245E78"/>
                </a:solidFill>
                <a:latin typeface="Inter"/>
                <a:ea typeface="Inter"/>
                <a:cs typeface="Inter"/>
              </a:defRPr>
            </a:lvl9pPr>
          </a:lstStyle>
          <a:p xmlns:a="http://schemas.openxmlformats.org/drawingml/2006/main">
            <a:pPr algn="l">
              <a:defRPr sz="1125" b="0">
                <a:solidFill>
                  <a:srgbClr val="245E78"/>
                </a:solidFill>
                <a:latin typeface="Inter"/>
                <a:ea typeface="Inter"/>
                <a:cs typeface="Inter"/>
              </a:defRPr>
            </a:pPr>
            <a:r>
              <a:rPr sz="1100" b="0" spc="100">
                <a:solidFill>
                  <a:srgbClr val="5A6B74"/>
                </a:solidFill>
                <a:latin typeface="Inter"/>
                <a:cs typeface="Inter"/>
              </a:rPr>
              <a:t>08</a:t>
            </a:r>
            <a:endParaRPr sz="1100"/>
          </a:p>
        </p:txBody>
      </p:sp>
    </p:spTree>
    <p:extLst>
      <p:ext uri="{BB962C8B-B14F-4D97-AF65-F5344CB8AC3E}">
        <p14:creationId xmlns:p14="http://schemas.microsoft.com/office/powerpoint/2010/main" val="145775819"/>
      </p:ext>
    </p:extLst>
  </p:cSld>
  <p:transition spd="med">
    <p:fade/>
  </p:transition>
</p:sld>
</file>

<file path=ppt/slides/slide9.xml><?xml version="1.0" encoding="utf-8"?>
<p:sld xmlns:p="http://schemas.openxmlformats.org/presentationml/2006/main">
  <p:cSld>
    <p:bg>
      <p:bgPr>
        <a:solidFill xmlns:a="http://schemas.openxmlformats.org/drawingml/2006/main">
          <a:srgbClr val="F4EFEA"/>
        </a:solidFill>
      </p:bgPr>
    </p:bg>
    <p:spTree>
      <p:nvGrpSpPr>
        <p:cNvPr id="1" name=""/>
        <p:cNvGrpSpPr/>
        <p:nvPr/>
      </p:nvGrpSpPr>
      <p:grpSpPr>
        <a:xfrm xmlns:a="http://schemas.openxmlformats.org/drawingml/2006/main"/>
      </p:grpSpPr>
      <p:sp xmlns:a="http://schemas.openxmlformats.org/drawingml/2006/main">
        <p:nvSpPr>
          <p:cNvPr id="12" name="Rounded Rectangle 11"/>
          <p:cNvSpPr/>
          <p:nvPr/>
        </p:nvSpPr>
        <p:spPr>
          <a:xfrm>
            <a:off x="841248" y="2011680"/>
            <a:ext cx="10515600" cy="3749039"/>
          </a:xfrm>
          <a:prstGeom prst="roundRect">
            <a:avLst>
              <a:gd name="adj" fmla="val 2000"/>
            </a:avLst>
          </a:prstGeom>
          <a:solidFill>
            <a:srgbClr val="FFFFFF"/>
          </a:solidFill>
          <a:ln w="9525">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13" name="TextBox 12"/>
          <p:cNvSpPr txBox="1"/>
          <p:nvPr/>
        </p:nvSpPr>
        <p:spPr>
          <a:xfrm>
            <a:off x="1234440" y="2313432"/>
            <a:ext cx="548640" cy="457200"/>
          </a:xfrm>
          <a:prstGeom prst="rect">
            <a:avLst/>
          </a:prstGeom>
          <a:noFill/>
        </p:spPr>
        <p:txBody>
          <a:bodyPr wrap="square" anchor="t" lIns="0" rIns="0" tIns="0" bIns="0">
            <a:noAutofit/>
          </a:bodyPr>
          <a:lstStyle/>
          <a:p>
            <a:pPr algn="l"/>
            <a:r>
              <a:rPr sz="3000" b="0" spc="0">
                <a:solidFill>
                  <a:srgbClr val="C99A64"/>
                </a:solidFill>
                <a:latin typeface="EB Garamond"/>
                <a:cs typeface="EB Garamond"/>
              </a:rPr>
              <a:t>1</a:t>
            </a:r>
            <a:endParaRPr sz="3000"/>
          </a:p>
        </p:txBody>
      </p:sp>
      <p:sp xmlns:a="http://schemas.openxmlformats.org/drawingml/2006/main">
        <p:nvSpPr>
          <p:cNvPr id="14" name="Rectangle 13"/>
          <p:cNvSpPr/>
          <p:nvPr/>
        </p:nvSpPr>
        <p:spPr>
          <a:xfrm>
            <a:off x="1234440" y="3246120"/>
            <a:ext cx="9738360" cy="13716"/>
          </a:xfrm>
          <a:prstGeom prst="rect">
            <a:avLst/>
          </a:prstGeom>
          <a:solidFill>
            <a:srgbClr val="E2D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15" name="TextBox 14"/>
          <p:cNvSpPr txBox="1"/>
          <p:nvPr/>
        </p:nvSpPr>
        <p:spPr>
          <a:xfrm>
            <a:off x="1234440" y="3456432"/>
            <a:ext cx="548640" cy="457200"/>
          </a:xfrm>
          <a:prstGeom prst="rect">
            <a:avLst/>
          </a:prstGeom>
          <a:noFill/>
        </p:spPr>
        <p:txBody>
          <a:bodyPr wrap="square" anchor="t" lIns="0" rIns="0" tIns="0" bIns="0">
            <a:noAutofit/>
          </a:bodyPr>
          <a:lstStyle/>
          <a:p>
            <a:pPr algn="l"/>
            <a:r>
              <a:rPr sz="3000" b="0" spc="0">
                <a:solidFill>
                  <a:srgbClr val="C99A64"/>
                </a:solidFill>
                <a:latin typeface="EB Garamond"/>
                <a:cs typeface="EB Garamond"/>
              </a:rPr>
              <a:t>2</a:t>
            </a:r>
            <a:endParaRPr sz="3000"/>
          </a:p>
        </p:txBody>
      </p:sp>
      <p:sp xmlns:a="http://schemas.openxmlformats.org/drawingml/2006/main">
        <p:nvSpPr>
          <p:cNvPr id="16" name="Rectangle 15"/>
          <p:cNvSpPr/>
          <p:nvPr/>
        </p:nvSpPr>
        <p:spPr>
          <a:xfrm>
            <a:off x="1234440" y="4389120"/>
            <a:ext cx="9738360" cy="13716"/>
          </a:xfrm>
          <a:prstGeom prst="rect">
            <a:avLst/>
          </a:prstGeom>
          <a:solidFill>
            <a:srgbClr val="E2D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17" name="TextBox 16"/>
          <p:cNvSpPr txBox="1"/>
          <p:nvPr/>
        </p:nvSpPr>
        <p:spPr>
          <a:xfrm>
            <a:off x="1234440" y="4599432"/>
            <a:ext cx="548640" cy="457200"/>
          </a:xfrm>
          <a:prstGeom prst="rect">
            <a:avLst/>
          </a:prstGeom>
          <a:noFill/>
        </p:spPr>
        <p:txBody>
          <a:bodyPr wrap="square" anchor="t" lIns="0" rIns="0" tIns="0" bIns="0">
            <a:noAutofit/>
          </a:bodyPr>
          <a:lstStyle/>
          <a:p>
            <a:pPr algn="l"/>
            <a:r>
              <a:rPr sz="3000" b="0" spc="0">
                <a:solidFill>
                  <a:srgbClr val="C99A64"/>
                </a:solidFill>
                <a:latin typeface="EB Garamond"/>
                <a:cs typeface="EB Garamond"/>
              </a:rPr>
              <a:t>3</a:t>
            </a:r>
            <a:endParaRPr sz="3000"/>
          </a:p>
        </p:txBody>
      </p:sp>
      <p:pic xmlns:a="http://schemas.openxmlformats.org/drawingml/2006/main" xmlns:r="http://schemas.openxmlformats.org/officeDocument/2006/relationships">
        <p:nvPicPr>
          <p:cNvPr id="18" name="Picture 17" descr="sym_blue.png"/>
          <p:cNvPicPr>
            <a:picLocks noChangeAspect="1"/>
          </p:cNvPicPr>
          <p:nvPr/>
        </p:nvPicPr>
        <p:blipFill>
          <a:blip r:embed="rId4"/>
          <a:stretch>
            <a:fillRect/>
          </a:stretch>
        </p:blipFill>
        <p:spPr>
          <a:xfrm>
            <a:off x="11301984" y="6144768"/>
            <a:ext cx="415447" cy="457200"/>
          </a:xfrm>
          <a:prstGeom prst="rect">
            <a:avLst/>
          </a:prstGeom>
        </p:spPr>
      </p:pic>
      <p:sp>
        <p:nvSpPr>
          <p:cNvPr id="2" name="title">
            <a:extLst xmlns:a="http://schemas.openxmlformats.org/drawingml/2006/main">
              <a:ext uri="{FF2B5EF4-FFF2-40B4-BE49-F238E27FC236}">
                <a16:creationId xmlns:a16="http://schemas.microsoft.com/office/drawing/2014/main" id="{08B28C9D-669C-4BFA-BDCB-02F821D9C652}"/>
              </a:ext>
            </a:extLst>
          </p:cNvPr>
          <p:cNvSpPr>
            <a:spLocks xmlns:a="http://schemas.openxmlformats.org/drawingml/2006/main" noGrp="1"/>
          </p:cNvSpPr>
          <p:nvPr/>
        </p:nvSpPr>
        <p:spPr>
          <a:xfrm xmlns:a="http://schemas.openxmlformats.org/drawingml/2006/main">
            <a:off x="841248" y="640080"/>
            <a:ext cx="10515600" cy="1188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b">
            <a:noAutofit/>
          </a:bodyPr>
          <a:lstStyle xmlns:a="http://schemas.openxmlformats.org/drawingml/2006/main">
            <a:defPPr>
              <a:defRPr sz="2850" b="1">
                <a:solidFill>
                  <a:srgbClr val="082A45"/>
                </a:solidFill>
                <a:latin typeface="Inter"/>
                <a:ea typeface="Inter"/>
                <a:cs typeface="Inter"/>
              </a:defRPr>
            </a:defPPr>
            <a:lvl1pPr>
              <a:defRPr sz="2850" b="1">
                <a:solidFill>
                  <a:srgbClr val="082A45"/>
                </a:solidFill>
                <a:latin typeface="Inter"/>
                <a:ea typeface="Inter"/>
                <a:cs typeface="Inter"/>
              </a:defRPr>
            </a:lvl1pPr>
            <a:lvl2pPr>
              <a:defRPr sz="2850" b="1">
                <a:solidFill>
                  <a:srgbClr val="082A45"/>
                </a:solidFill>
                <a:latin typeface="Inter"/>
                <a:ea typeface="Inter"/>
                <a:cs typeface="Inter"/>
              </a:defRPr>
            </a:lvl2pPr>
            <a:lvl3pPr>
              <a:defRPr sz="2850" b="1">
                <a:solidFill>
                  <a:srgbClr val="082A45"/>
                </a:solidFill>
                <a:latin typeface="Inter"/>
                <a:ea typeface="Inter"/>
                <a:cs typeface="Inter"/>
              </a:defRPr>
            </a:lvl3pPr>
            <a:lvl4pPr>
              <a:defRPr sz="2850" b="1">
                <a:solidFill>
                  <a:srgbClr val="082A45"/>
                </a:solidFill>
                <a:latin typeface="Inter"/>
                <a:ea typeface="Inter"/>
                <a:cs typeface="Inter"/>
              </a:defRPr>
            </a:lvl4pPr>
            <a:lvl5pPr>
              <a:defRPr sz="2850" b="1">
                <a:solidFill>
                  <a:srgbClr val="082A45"/>
                </a:solidFill>
                <a:latin typeface="Inter"/>
                <a:ea typeface="Inter"/>
                <a:cs typeface="Inter"/>
              </a:defRPr>
            </a:lvl5pPr>
            <a:lvl6pPr>
              <a:defRPr sz="2850" b="1">
                <a:solidFill>
                  <a:srgbClr val="082A45"/>
                </a:solidFill>
                <a:latin typeface="Inter"/>
                <a:ea typeface="Inter"/>
                <a:cs typeface="Inter"/>
              </a:defRPr>
            </a:lvl6pPr>
            <a:lvl7pPr>
              <a:defRPr sz="2850" b="1">
                <a:solidFill>
                  <a:srgbClr val="082A45"/>
                </a:solidFill>
                <a:latin typeface="Inter"/>
                <a:ea typeface="Inter"/>
                <a:cs typeface="Inter"/>
              </a:defRPr>
            </a:lvl7pPr>
            <a:lvl8pPr>
              <a:defRPr sz="2850" b="1">
                <a:solidFill>
                  <a:srgbClr val="082A45"/>
                </a:solidFill>
                <a:latin typeface="Inter"/>
                <a:ea typeface="Inter"/>
                <a:cs typeface="Inter"/>
              </a:defRPr>
            </a:lvl8pPr>
            <a:lvl9pPr>
              <a:defRPr sz="2850" b="1">
                <a:solidFill>
                  <a:srgbClr val="082A45"/>
                </a:solidFill>
                <a:latin typeface="Inter"/>
                <a:ea typeface="Inter"/>
                <a:cs typeface="Inter"/>
              </a:defRPr>
            </a:lvl9pPr>
          </a:lstStyle>
          <a:p xmlns:a="http://schemas.openxmlformats.org/drawingml/2006/main">
            <a:pPr algn="l">
              <a:lnSpc>
                <a:spcPct val="95000"/>
              </a:lnSpc>
              <a:defRPr sz="2850" b="1">
                <a:solidFill>
                  <a:srgbClr val="082A45"/>
                </a:solidFill>
                <a:latin typeface="Inter"/>
                <a:ea typeface="Inter"/>
                <a:cs typeface="Inter"/>
              </a:defRPr>
            </a:pPr>
            <a:r>
              <a:rPr sz="4000" b="0">
                <a:solidFill>
                  <a:srgbClr val="082A45"/>
                </a:solidFill>
                <a:latin typeface="EB Garamond"/>
                <a:cs typeface="EB Garamond"/>
              </a:rPr>
              <a:t>Meu plano de participação</a:t>
            </a:r>
            <a:endParaRPr sz="4000"/>
          </a:p>
        </p:txBody>
      </p:sp>
      <p:sp>
        <p:nvSpPr>
          <p:cNvPr id="3" name="label0">
            <a:extLst xmlns:a="http://schemas.openxmlformats.org/drawingml/2006/main">
              <a:ext uri="{FF2B5EF4-FFF2-40B4-BE49-F238E27FC236}">
                <a16:creationId xmlns:a16="http://schemas.microsoft.com/office/drawing/2014/main" id="{3D6066ED-911B-4DF7-A657-25E68C0A9CDE}"/>
              </a:ext>
            </a:extLst>
          </p:cNvPr>
          <p:cNvSpPr>
            <a:spLocks xmlns:a="http://schemas.openxmlformats.org/drawingml/2006/main" noGrp="1"/>
          </p:cNvSpPr>
          <p:nvPr/>
        </p:nvSpPr>
        <p:spPr>
          <a:xfrm xmlns:a="http://schemas.openxmlformats.org/drawingml/2006/main">
            <a:off x="1737360" y="2240280"/>
            <a:ext cx="3657600"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82A45"/>
                </a:solidFill>
                <a:latin typeface="Inter"/>
                <a:ea typeface="Inter"/>
                <a:cs typeface="Inter"/>
              </a:defRPr>
            </a:defPPr>
            <a:lvl1pPr>
              <a:defRPr sz="2100" b="1">
                <a:solidFill>
                  <a:srgbClr val="082A45"/>
                </a:solidFill>
                <a:latin typeface="Inter"/>
                <a:ea typeface="Inter"/>
                <a:cs typeface="Inter"/>
              </a:defRPr>
            </a:lvl1pPr>
            <a:lvl2pPr>
              <a:defRPr sz="2100" b="1">
                <a:solidFill>
                  <a:srgbClr val="082A45"/>
                </a:solidFill>
                <a:latin typeface="Inter"/>
                <a:ea typeface="Inter"/>
                <a:cs typeface="Inter"/>
              </a:defRPr>
            </a:lvl2pPr>
            <a:lvl3pPr>
              <a:defRPr sz="2100" b="1">
                <a:solidFill>
                  <a:srgbClr val="082A45"/>
                </a:solidFill>
                <a:latin typeface="Inter"/>
                <a:ea typeface="Inter"/>
                <a:cs typeface="Inter"/>
              </a:defRPr>
            </a:lvl3pPr>
            <a:lvl4pPr>
              <a:defRPr sz="2100" b="1">
                <a:solidFill>
                  <a:srgbClr val="082A45"/>
                </a:solidFill>
                <a:latin typeface="Inter"/>
                <a:ea typeface="Inter"/>
                <a:cs typeface="Inter"/>
              </a:defRPr>
            </a:lvl4pPr>
            <a:lvl5pPr>
              <a:defRPr sz="2100" b="1">
                <a:solidFill>
                  <a:srgbClr val="082A45"/>
                </a:solidFill>
                <a:latin typeface="Inter"/>
                <a:ea typeface="Inter"/>
                <a:cs typeface="Inter"/>
              </a:defRPr>
            </a:lvl5pPr>
            <a:lvl6pPr>
              <a:defRPr sz="2100" b="1">
                <a:solidFill>
                  <a:srgbClr val="082A45"/>
                </a:solidFill>
                <a:latin typeface="Inter"/>
                <a:ea typeface="Inter"/>
                <a:cs typeface="Inter"/>
              </a:defRPr>
            </a:lvl6pPr>
            <a:lvl7pPr>
              <a:defRPr sz="2100" b="1">
                <a:solidFill>
                  <a:srgbClr val="082A45"/>
                </a:solidFill>
                <a:latin typeface="Inter"/>
                <a:ea typeface="Inter"/>
                <a:cs typeface="Inter"/>
              </a:defRPr>
            </a:lvl7pPr>
            <a:lvl8pPr>
              <a:defRPr sz="2100" b="1">
                <a:solidFill>
                  <a:srgbClr val="082A45"/>
                </a:solidFill>
                <a:latin typeface="Inter"/>
                <a:ea typeface="Inter"/>
                <a:cs typeface="Inter"/>
              </a:defRPr>
            </a:lvl8pPr>
            <a:lvl9pPr>
              <a:defRPr sz="2100" b="1">
                <a:solidFill>
                  <a:srgbClr val="082A45"/>
                </a:solidFill>
                <a:latin typeface="Inter"/>
                <a:ea typeface="Inter"/>
                <a:cs typeface="Inter"/>
              </a:defRPr>
            </a:lvl9pPr>
          </a:lstStyle>
          <a:p xmlns:a="http://schemas.openxmlformats.org/drawingml/2006/main">
            <a:pPr algn="l">
              <a:defRPr sz="2100" b="1">
                <a:solidFill>
                  <a:srgbClr val="082A45"/>
                </a:solidFill>
                <a:latin typeface="Inter"/>
                <a:ea typeface="Inter"/>
                <a:cs typeface="Inter"/>
              </a:defRPr>
            </a:pPr>
            <a:r>
              <a:rPr sz="3000" b="0">
                <a:solidFill>
                  <a:srgbClr val="082A45"/>
                </a:solidFill>
                <a:latin typeface="EB Garamond"/>
                <a:cs typeface="EB Garamond"/>
              </a:rPr>
              <a:t>Quando?</a:t>
            </a:r>
            <a:endParaRPr sz="3000"/>
          </a:p>
        </p:txBody>
      </p:sp>
      <p:sp>
        <p:nvSpPr>
          <p:cNvPr id="4" name="body0">
            <a:extLst xmlns:a="http://schemas.openxmlformats.org/drawingml/2006/main">
              <a:ext uri="{FF2B5EF4-FFF2-40B4-BE49-F238E27FC236}">
                <a16:creationId xmlns:a16="http://schemas.microsoft.com/office/drawing/2014/main" id="{516951CE-32F5-4E15-B185-AC4798144291}"/>
              </a:ext>
            </a:extLst>
          </p:cNvPr>
          <p:cNvSpPr>
            <a:spLocks xmlns:a="http://schemas.openxmlformats.org/drawingml/2006/main" noGrp="1"/>
          </p:cNvSpPr>
          <p:nvPr/>
        </p:nvSpPr>
        <p:spPr>
          <a:xfrm xmlns:a="http://schemas.openxmlformats.org/drawingml/2006/main">
            <a:off x="5394960" y="2313432"/>
            <a:ext cx="5577840" cy="822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082A45"/>
                </a:solidFill>
                <a:latin typeface="Inter"/>
                <a:ea typeface="Inter"/>
                <a:cs typeface="Inter"/>
              </a:defRPr>
            </a:defPPr>
            <a:lvl1pPr>
              <a:defRPr sz="2175" b="0">
                <a:solidFill>
                  <a:srgbClr val="082A45"/>
                </a:solidFill>
                <a:latin typeface="Inter"/>
                <a:ea typeface="Inter"/>
                <a:cs typeface="Inter"/>
              </a:defRPr>
            </a:lvl1pPr>
            <a:lvl2pPr>
              <a:defRPr sz="2175" b="0">
                <a:solidFill>
                  <a:srgbClr val="082A45"/>
                </a:solidFill>
                <a:latin typeface="Inter"/>
                <a:ea typeface="Inter"/>
                <a:cs typeface="Inter"/>
              </a:defRPr>
            </a:lvl2pPr>
            <a:lvl3pPr>
              <a:defRPr sz="2175" b="0">
                <a:solidFill>
                  <a:srgbClr val="082A45"/>
                </a:solidFill>
                <a:latin typeface="Inter"/>
                <a:ea typeface="Inter"/>
                <a:cs typeface="Inter"/>
              </a:defRPr>
            </a:lvl3pPr>
            <a:lvl4pPr>
              <a:defRPr sz="2175" b="0">
                <a:solidFill>
                  <a:srgbClr val="082A45"/>
                </a:solidFill>
                <a:latin typeface="Inter"/>
                <a:ea typeface="Inter"/>
                <a:cs typeface="Inter"/>
              </a:defRPr>
            </a:lvl4pPr>
            <a:lvl5pPr>
              <a:defRPr sz="2175" b="0">
                <a:solidFill>
                  <a:srgbClr val="082A45"/>
                </a:solidFill>
                <a:latin typeface="Inter"/>
                <a:ea typeface="Inter"/>
                <a:cs typeface="Inter"/>
              </a:defRPr>
            </a:lvl5pPr>
            <a:lvl6pPr>
              <a:defRPr sz="2175" b="0">
                <a:solidFill>
                  <a:srgbClr val="082A45"/>
                </a:solidFill>
                <a:latin typeface="Inter"/>
                <a:ea typeface="Inter"/>
                <a:cs typeface="Inter"/>
              </a:defRPr>
            </a:lvl6pPr>
            <a:lvl7pPr>
              <a:defRPr sz="2175" b="0">
                <a:solidFill>
                  <a:srgbClr val="082A45"/>
                </a:solidFill>
                <a:latin typeface="Inter"/>
                <a:ea typeface="Inter"/>
                <a:cs typeface="Inter"/>
              </a:defRPr>
            </a:lvl7pPr>
            <a:lvl8pPr>
              <a:defRPr sz="2175" b="0">
                <a:solidFill>
                  <a:srgbClr val="082A45"/>
                </a:solidFill>
                <a:latin typeface="Inter"/>
                <a:ea typeface="Inter"/>
                <a:cs typeface="Inter"/>
              </a:defRPr>
            </a:lvl8pPr>
            <a:lvl9pPr>
              <a:defRPr sz="2175" b="0">
                <a:solidFill>
                  <a:srgbClr val="082A45"/>
                </a:solidFill>
                <a:latin typeface="Inter"/>
                <a:ea typeface="Inter"/>
                <a:cs typeface="Inter"/>
              </a:defRPr>
            </a:lvl9pPr>
          </a:lstStyle>
          <a:p xmlns:a="http://schemas.openxmlformats.org/drawingml/2006/main">
            <a:pPr algn="l">
              <a:lnSpc>
                <a:spcPct val="115000"/>
              </a:lnSpc>
              <a:defRPr sz="2175" b="0">
                <a:solidFill>
                  <a:srgbClr val="082A45"/>
                </a:solidFill>
                <a:latin typeface="Inter"/>
                <a:ea typeface="Inter"/>
                <a:cs typeface="Inter"/>
              </a:defRPr>
            </a:pPr>
            <a:r>
              <a:rPr sz="2000" b="0">
                <a:solidFill>
                  <a:srgbClr val="173F52"/>
                </a:solidFill>
                <a:latin typeface="Inter"/>
                <a:cs typeface="Inter"/>
              </a:rPr>
              <a:t>Meu próximo período de estudo.</a:t>
            </a:r>
            <a:endParaRPr sz="2000"/>
          </a:p>
        </p:txBody>
      </p:sp>
      <p:sp>
        <p:nvSpPr>
          <p:cNvPr id="5" name="label1">
            <a:extLst xmlns:a="http://schemas.openxmlformats.org/drawingml/2006/main">
              <a:ext uri="{FF2B5EF4-FFF2-40B4-BE49-F238E27FC236}">
                <a16:creationId xmlns:a16="http://schemas.microsoft.com/office/drawing/2014/main" id="{1BCDF2B1-B071-4C4F-A130-246C2E291DA2}"/>
              </a:ext>
            </a:extLst>
          </p:cNvPr>
          <p:cNvSpPr>
            <a:spLocks xmlns:a="http://schemas.openxmlformats.org/drawingml/2006/main" noGrp="1"/>
          </p:cNvSpPr>
          <p:nvPr/>
        </p:nvSpPr>
        <p:spPr>
          <a:xfrm xmlns:a="http://schemas.openxmlformats.org/drawingml/2006/main">
            <a:off x="1737360" y="3383280"/>
            <a:ext cx="3657600"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82A45"/>
                </a:solidFill>
                <a:latin typeface="Inter"/>
                <a:ea typeface="Inter"/>
                <a:cs typeface="Inter"/>
              </a:defRPr>
            </a:defPPr>
            <a:lvl1pPr>
              <a:defRPr sz="2100" b="1">
                <a:solidFill>
                  <a:srgbClr val="082A45"/>
                </a:solidFill>
                <a:latin typeface="Inter"/>
                <a:ea typeface="Inter"/>
                <a:cs typeface="Inter"/>
              </a:defRPr>
            </a:lvl1pPr>
            <a:lvl2pPr>
              <a:defRPr sz="2100" b="1">
                <a:solidFill>
                  <a:srgbClr val="082A45"/>
                </a:solidFill>
                <a:latin typeface="Inter"/>
                <a:ea typeface="Inter"/>
                <a:cs typeface="Inter"/>
              </a:defRPr>
            </a:lvl2pPr>
            <a:lvl3pPr>
              <a:defRPr sz="2100" b="1">
                <a:solidFill>
                  <a:srgbClr val="082A45"/>
                </a:solidFill>
                <a:latin typeface="Inter"/>
                <a:ea typeface="Inter"/>
                <a:cs typeface="Inter"/>
              </a:defRPr>
            </a:lvl3pPr>
            <a:lvl4pPr>
              <a:defRPr sz="2100" b="1">
                <a:solidFill>
                  <a:srgbClr val="082A45"/>
                </a:solidFill>
                <a:latin typeface="Inter"/>
                <a:ea typeface="Inter"/>
                <a:cs typeface="Inter"/>
              </a:defRPr>
            </a:lvl4pPr>
            <a:lvl5pPr>
              <a:defRPr sz="2100" b="1">
                <a:solidFill>
                  <a:srgbClr val="082A45"/>
                </a:solidFill>
                <a:latin typeface="Inter"/>
                <a:ea typeface="Inter"/>
                <a:cs typeface="Inter"/>
              </a:defRPr>
            </a:lvl5pPr>
            <a:lvl6pPr>
              <a:defRPr sz="2100" b="1">
                <a:solidFill>
                  <a:srgbClr val="082A45"/>
                </a:solidFill>
                <a:latin typeface="Inter"/>
                <a:ea typeface="Inter"/>
                <a:cs typeface="Inter"/>
              </a:defRPr>
            </a:lvl6pPr>
            <a:lvl7pPr>
              <a:defRPr sz="2100" b="1">
                <a:solidFill>
                  <a:srgbClr val="082A45"/>
                </a:solidFill>
                <a:latin typeface="Inter"/>
                <a:ea typeface="Inter"/>
                <a:cs typeface="Inter"/>
              </a:defRPr>
            </a:lvl7pPr>
            <a:lvl8pPr>
              <a:defRPr sz="2100" b="1">
                <a:solidFill>
                  <a:srgbClr val="082A45"/>
                </a:solidFill>
                <a:latin typeface="Inter"/>
                <a:ea typeface="Inter"/>
                <a:cs typeface="Inter"/>
              </a:defRPr>
            </a:lvl8pPr>
            <a:lvl9pPr>
              <a:defRPr sz="2100" b="1">
                <a:solidFill>
                  <a:srgbClr val="082A45"/>
                </a:solidFill>
                <a:latin typeface="Inter"/>
                <a:ea typeface="Inter"/>
                <a:cs typeface="Inter"/>
              </a:defRPr>
            </a:lvl9pPr>
          </a:lstStyle>
          <a:p xmlns:a="http://schemas.openxmlformats.org/drawingml/2006/main">
            <a:pPr algn="l">
              <a:defRPr sz="2100" b="1">
                <a:solidFill>
                  <a:srgbClr val="082A45"/>
                </a:solidFill>
                <a:latin typeface="Inter"/>
                <a:ea typeface="Inter"/>
                <a:cs typeface="Inter"/>
              </a:defRPr>
            </a:pPr>
            <a:r>
              <a:rPr sz="3000" b="0">
                <a:solidFill>
                  <a:srgbClr val="082A45"/>
                </a:solidFill>
                <a:latin typeface="EB Garamond"/>
                <a:cs typeface="EB Garamond"/>
              </a:rPr>
              <a:t>Com que apoio?</a:t>
            </a:r>
            <a:endParaRPr sz="3000"/>
          </a:p>
        </p:txBody>
      </p:sp>
      <p:sp>
        <p:nvSpPr>
          <p:cNvPr id="6" name="body1">
            <a:extLst xmlns:a="http://schemas.openxmlformats.org/drawingml/2006/main">
              <a:ext uri="{FF2B5EF4-FFF2-40B4-BE49-F238E27FC236}">
                <a16:creationId xmlns:a16="http://schemas.microsoft.com/office/drawing/2014/main" id="{B84D24E8-648D-4F89-89C1-631313A553B7}"/>
              </a:ext>
            </a:extLst>
          </p:cNvPr>
          <p:cNvSpPr>
            <a:spLocks xmlns:a="http://schemas.openxmlformats.org/drawingml/2006/main" noGrp="1"/>
          </p:cNvSpPr>
          <p:nvPr/>
        </p:nvSpPr>
        <p:spPr>
          <a:xfrm xmlns:a="http://schemas.openxmlformats.org/drawingml/2006/main">
            <a:off x="5394960" y="3456432"/>
            <a:ext cx="5577840" cy="822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082A45"/>
                </a:solidFill>
                <a:latin typeface="Inter"/>
                <a:ea typeface="Inter"/>
                <a:cs typeface="Inter"/>
              </a:defRPr>
            </a:defPPr>
            <a:lvl1pPr>
              <a:defRPr sz="2175" b="0">
                <a:solidFill>
                  <a:srgbClr val="082A45"/>
                </a:solidFill>
                <a:latin typeface="Inter"/>
                <a:ea typeface="Inter"/>
                <a:cs typeface="Inter"/>
              </a:defRPr>
            </a:lvl1pPr>
            <a:lvl2pPr>
              <a:defRPr sz="2175" b="0">
                <a:solidFill>
                  <a:srgbClr val="082A45"/>
                </a:solidFill>
                <a:latin typeface="Inter"/>
                <a:ea typeface="Inter"/>
                <a:cs typeface="Inter"/>
              </a:defRPr>
            </a:lvl2pPr>
            <a:lvl3pPr>
              <a:defRPr sz="2175" b="0">
                <a:solidFill>
                  <a:srgbClr val="082A45"/>
                </a:solidFill>
                <a:latin typeface="Inter"/>
                <a:ea typeface="Inter"/>
                <a:cs typeface="Inter"/>
              </a:defRPr>
            </a:lvl3pPr>
            <a:lvl4pPr>
              <a:defRPr sz="2175" b="0">
                <a:solidFill>
                  <a:srgbClr val="082A45"/>
                </a:solidFill>
                <a:latin typeface="Inter"/>
                <a:ea typeface="Inter"/>
                <a:cs typeface="Inter"/>
              </a:defRPr>
            </a:lvl4pPr>
            <a:lvl5pPr>
              <a:defRPr sz="2175" b="0">
                <a:solidFill>
                  <a:srgbClr val="082A45"/>
                </a:solidFill>
                <a:latin typeface="Inter"/>
                <a:ea typeface="Inter"/>
                <a:cs typeface="Inter"/>
              </a:defRPr>
            </a:lvl5pPr>
            <a:lvl6pPr>
              <a:defRPr sz="2175" b="0">
                <a:solidFill>
                  <a:srgbClr val="082A45"/>
                </a:solidFill>
                <a:latin typeface="Inter"/>
                <a:ea typeface="Inter"/>
                <a:cs typeface="Inter"/>
              </a:defRPr>
            </a:lvl6pPr>
            <a:lvl7pPr>
              <a:defRPr sz="2175" b="0">
                <a:solidFill>
                  <a:srgbClr val="082A45"/>
                </a:solidFill>
                <a:latin typeface="Inter"/>
                <a:ea typeface="Inter"/>
                <a:cs typeface="Inter"/>
              </a:defRPr>
            </a:lvl7pPr>
            <a:lvl8pPr>
              <a:defRPr sz="2175" b="0">
                <a:solidFill>
                  <a:srgbClr val="082A45"/>
                </a:solidFill>
                <a:latin typeface="Inter"/>
                <a:ea typeface="Inter"/>
                <a:cs typeface="Inter"/>
              </a:defRPr>
            </a:lvl8pPr>
            <a:lvl9pPr>
              <a:defRPr sz="2175" b="0">
                <a:solidFill>
                  <a:srgbClr val="082A45"/>
                </a:solidFill>
                <a:latin typeface="Inter"/>
                <a:ea typeface="Inter"/>
                <a:cs typeface="Inter"/>
              </a:defRPr>
            </a:lvl9pPr>
          </a:lstStyle>
          <a:p xmlns:a="http://schemas.openxmlformats.org/drawingml/2006/main">
            <a:pPr algn="l">
              <a:lnSpc>
                <a:spcPct val="115000"/>
              </a:lnSpc>
              <a:defRPr sz="2175" b="0">
                <a:solidFill>
                  <a:srgbClr val="082A45"/>
                </a:solidFill>
                <a:latin typeface="Inter"/>
                <a:ea typeface="Inter"/>
                <a:cs typeface="Inter"/>
              </a:defRPr>
            </a:pPr>
            <a:r>
              <a:rPr sz="2000" b="0">
                <a:solidFill>
                  <a:srgbClr val="173F52"/>
                </a:solidFill>
                <a:latin typeface="Inter"/>
                <a:cs typeface="Inter"/>
              </a:rPr>
              <a:t>O que posso preparar?</a:t>
            </a:r>
            <a:endParaRPr sz="2000"/>
          </a:p>
          <a:p xmlns:a="http://schemas.openxmlformats.org/drawingml/2006/main">
            <a:pPr algn="l">
              <a:lnSpc>
                <a:spcPct val="115000"/>
              </a:lnSpc>
              <a:defRPr sz="2175" b="0">
                <a:solidFill>
                  <a:srgbClr val="082A45"/>
                </a:solidFill>
                <a:latin typeface="Inter"/>
                <a:ea typeface="Inter"/>
                <a:cs typeface="Inter"/>
              </a:defRPr>
            </a:pPr>
            <a:r>
              <a:rPr sz="2000" b="0">
                <a:solidFill>
                  <a:srgbClr val="173F52"/>
                </a:solidFill>
                <a:latin typeface="Inter"/>
                <a:cs typeface="Inter"/>
              </a:rPr>
              <a:t>O que depende de acordo?</a:t>
            </a:r>
            <a:endParaRPr sz="2000"/>
          </a:p>
        </p:txBody>
      </p:sp>
      <p:sp>
        <p:nvSpPr>
          <p:cNvPr id="7" name="label2">
            <a:extLst xmlns:a="http://schemas.openxmlformats.org/drawingml/2006/main">
              <a:ext uri="{FF2B5EF4-FFF2-40B4-BE49-F238E27FC236}">
                <a16:creationId xmlns:a16="http://schemas.microsoft.com/office/drawing/2014/main" id="{DFCE37CE-EC0A-45E0-9954-06A620BD81FA}"/>
              </a:ext>
            </a:extLst>
          </p:cNvPr>
          <p:cNvSpPr>
            <a:spLocks xmlns:a="http://schemas.openxmlformats.org/drawingml/2006/main" noGrp="1"/>
          </p:cNvSpPr>
          <p:nvPr/>
        </p:nvSpPr>
        <p:spPr>
          <a:xfrm xmlns:a="http://schemas.openxmlformats.org/drawingml/2006/main">
            <a:off x="1737360" y="4526280"/>
            <a:ext cx="3657600"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82A45"/>
                </a:solidFill>
                <a:latin typeface="Inter"/>
                <a:ea typeface="Inter"/>
                <a:cs typeface="Inter"/>
              </a:defRPr>
            </a:defPPr>
            <a:lvl1pPr>
              <a:defRPr sz="2100" b="1">
                <a:solidFill>
                  <a:srgbClr val="082A45"/>
                </a:solidFill>
                <a:latin typeface="Inter"/>
                <a:ea typeface="Inter"/>
                <a:cs typeface="Inter"/>
              </a:defRPr>
            </a:lvl1pPr>
            <a:lvl2pPr>
              <a:defRPr sz="2100" b="1">
                <a:solidFill>
                  <a:srgbClr val="082A45"/>
                </a:solidFill>
                <a:latin typeface="Inter"/>
                <a:ea typeface="Inter"/>
                <a:cs typeface="Inter"/>
              </a:defRPr>
            </a:lvl2pPr>
            <a:lvl3pPr>
              <a:defRPr sz="2100" b="1">
                <a:solidFill>
                  <a:srgbClr val="082A45"/>
                </a:solidFill>
                <a:latin typeface="Inter"/>
                <a:ea typeface="Inter"/>
                <a:cs typeface="Inter"/>
              </a:defRPr>
            </a:lvl3pPr>
            <a:lvl4pPr>
              <a:defRPr sz="2100" b="1">
                <a:solidFill>
                  <a:srgbClr val="082A45"/>
                </a:solidFill>
                <a:latin typeface="Inter"/>
                <a:ea typeface="Inter"/>
                <a:cs typeface="Inter"/>
              </a:defRPr>
            </a:lvl4pPr>
            <a:lvl5pPr>
              <a:defRPr sz="2100" b="1">
                <a:solidFill>
                  <a:srgbClr val="082A45"/>
                </a:solidFill>
                <a:latin typeface="Inter"/>
                <a:ea typeface="Inter"/>
                <a:cs typeface="Inter"/>
              </a:defRPr>
            </a:lvl5pPr>
            <a:lvl6pPr>
              <a:defRPr sz="2100" b="1">
                <a:solidFill>
                  <a:srgbClr val="082A45"/>
                </a:solidFill>
                <a:latin typeface="Inter"/>
                <a:ea typeface="Inter"/>
                <a:cs typeface="Inter"/>
              </a:defRPr>
            </a:lvl6pPr>
            <a:lvl7pPr>
              <a:defRPr sz="2100" b="1">
                <a:solidFill>
                  <a:srgbClr val="082A45"/>
                </a:solidFill>
                <a:latin typeface="Inter"/>
                <a:ea typeface="Inter"/>
                <a:cs typeface="Inter"/>
              </a:defRPr>
            </a:lvl7pPr>
            <a:lvl8pPr>
              <a:defRPr sz="2100" b="1">
                <a:solidFill>
                  <a:srgbClr val="082A45"/>
                </a:solidFill>
                <a:latin typeface="Inter"/>
                <a:ea typeface="Inter"/>
                <a:cs typeface="Inter"/>
              </a:defRPr>
            </a:lvl8pPr>
            <a:lvl9pPr>
              <a:defRPr sz="2100" b="1">
                <a:solidFill>
                  <a:srgbClr val="082A45"/>
                </a:solidFill>
                <a:latin typeface="Inter"/>
                <a:ea typeface="Inter"/>
                <a:cs typeface="Inter"/>
              </a:defRPr>
            </a:lvl9pPr>
          </a:lstStyle>
          <a:p xmlns:a="http://schemas.openxmlformats.org/drawingml/2006/main">
            <a:pPr algn="l">
              <a:defRPr sz="2100" b="1">
                <a:solidFill>
                  <a:srgbClr val="082A45"/>
                </a:solidFill>
                <a:latin typeface="Inter"/>
                <a:ea typeface="Inter"/>
                <a:cs typeface="Inter"/>
              </a:defRPr>
            </a:pPr>
            <a:r>
              <a:rPr sz="3000" b="0">
                <a:solidFill>
                  <a:srgbClr val="082A45"/>
                </a:solidFill>
                <a:latin typeface="EB Garamond"/>
                <a:cs typeface="EB Garamond"/>
              </a:rPr>
              <a:t>Como participar?</a:t>
            </a:r>
            <a:endParaRPr sz="3000"/>
          </a:p>
        </p:txBody>
      </p:sp>
      <p:sp>
        <p:nvSpPr>
          <p:cNvPr id="8" name="body2">
            <a:extLst xmlns:a="http://schemas.openxmlformats.org/drawingml/2006/main">
              <a:ext uri="{FF2B5EF4-FFF2-40B4-BE49-F238E27FC236}">
                <a16:creationId xmlns:a16="http://schemas.microsoft.com/office/drawing/2014/main" id="{ABE82AAF-070A-4B76-A97A-E490E9B676DF}"/>
              </a:ext>
            </a:extLst>
          </p:cNvPr>
          <p:cNvSpPr>
            <a:spLocks xmlns:a="http://schemas.openxmlformats.org/drawingml/2006/main" noGrp="1"/>
          </p:cNvSpPr>
          <p:nvPr/>
        </p:nvSpPr>
        <p:spPr>
          <a:xfrm xmlns:a="http://schemas.openxmlformats.org/drawingml/2006/main">
            <a:off x="5394960" y="4599432"/>
            <a:ext cx="5577840" cy="822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082A45"/>
                </a:solidFill>
                <a:latin typeface="Inter"/>
                <a:ea typeface="Inter"/>
                <a:cs typeface="Inter"/>
              </a:defRPr>
            </a:defPPr>
            <a:lvl1pPr>
              <a:defRPr sz="2175" b="0">
                <a:solidFill>
                  <a:srgbClr val="082A45"/>
                </a:solidFill>
                <a:latin typeface="Inter"/>
                <a:ea typeface="Inter"/>
                <a:cs typeface="Inter"/>
              </a:defRPr>
            </a:lvl1pPr>
            <a:lvl2pPr>
              <a:defRPr sz="2175" b="0">
                <a:solidFill>
                  <a:srgbClr val="082A45"/>
                </a:solidFill>
                <a:latin typeface="Inter"/>
                <a:ea typeface="Inter"/>
                <a:cs typeface="Inter"/>
              </a:defRPr>
            </a:lvl2pPr>
            <a:lvl3pPr>
              <a:defRPr sz="2175" b="0">
                <a:solidFill>
                  <a:srgbClr val="082A45"/>
                </a:solidFill>
                <a:latin typeface="Inter"/>
                <a:ea typeface="Inter"/>
                <a:cs typeface="Inter"/>
              </a:defRPr>
            </a:lvl3pPr>
            <a:lvl4pPr>
              <a:defRPr sz="2175" b="0">
                <a:solidFill>
                  <a:srgbClr val="082A45"/>
                </a:solidFill>
                <a:latin typeface="Inter"/>
                <a:ea typeface="Inter"/>
                <a:cs typeface="Inter"/>
              </a:defRPr>
            </a:lvl4pPr>
            <a:lvl5pPr>
              <a:defRPr sz="2175" b="0">
                <a:solidFill>
                  <a:srgbClr val="082A45"/>
                </a:solidFill>
                <a:latin typeface="Inter"/>
                <a:ea typeface="Inter"/>
                <a:cs typeface="Inter"/>
              </a:defRPr>
            </a:lvl5pPr>
            <a:lvl6pPr>
              <a:defRPr sz="2175" b="0">
                <a:solidFill>
                  <a:srgbClr val="082A45"/>
                </a:solidFill>
                <a:latin typeface="Inter"/>
                <a:ea typeface="Inter"/>
                <a:cs typeface="Inter"/>
              </a:defRPr>
            </a:lvl6pPr>
            <a:lvl7pPr>
              <a:defRPr sz="2175" b="0">
                <a:solidFill>
                  <a:srgbClr val="082A45"/>
                </a:solidFill>
                <a:latin typeface="Inter"/>
                <a:ea typeface="Inter"/>
                <a:cs typeface="Inter"/>
              </a:defRPr>
            </a:lvl7pPr>
            <a:lvl8pPr>
              <a:defRPr sz="2175" b="0">
                <a:solidFill>
                  <a:srgbClr val="082A45"/>
                </a:solidFill>
                <a:latin typeface="Inter"/>
                <a:ea typeface="Inter"/>
                <a:cs typeface="Inter"/>
              </a:defRPr>
            </a:lvl8pPr>
            <a:lvl9pPr>
              <a:defRPr sz="2175" b="0">
                <a:solidFill>
                  <a:srgbClr val="082A45"/>
                </a:solidFill>
                <a:latin typeface="Inter"/>
                <a:ea typeface="Inter"/>
                <a:cs typeface="Inter"/>
              </a:defRPr>
            </a:lvl9pPr>
          </a:lstStyle>
          <a:p xmlns:a="http://schemas.openxmlformats.org/drawingml/2006/main">
            <a:pPr algn="l">
              <a:lnSpc>
                <a:spcPct val="115000"/>
              </a:lnSpc>
              <a:defRPr sz="2175" b="0">
                <a:solidFill>
                  <a:srgbClr val="082A45"/>
                </a:solidFill>
                <a:latin typeface="Inter"/>
                <a:ea typeface="Inter"/>
                <a:cs typeface="Inter"/>
              </a:defRPr>
            </a:pPr>
            <a:r>
              <a:rPr sz="2000" b="0">
                <a:solidFill>
                  <a:srgbClr val="173F52"/>
                </a:solidFill>
                <a:latin typeface="Inter"/>
                <a:cs typeface="Inter"/>
              </a:rPr>
              <a:t>Uma pergunta e condições para o encontro.</a:t>
            </a:r>
            <a:endParaRPr sz="2000"/>
          </a:p>
        </p:txBody>
      </p:sp>
      <p:sp>
        <p:nvSpPr>
          <p:cNvPr id="9" name="pause">
            <a:extLst xmlns:a="http://schemas.openxmlformats.org/drawingml/2006/main">
              <a:ext uri="{FF2B5EF4-FFF2-40B4-BE49-F238E27FC236}">
                <a16:creationId xmlns:a16="http://schemas.microsoft.com/office/drawing/2014/main" id="{A9872523-AED3-4463-BADB-B41BB9C69AA7}"/>
              </a:ext>
            </a:extLst>
          </p:cNvPr>
          <p:cNvSpPr>
            <a:spLocks xmlns:a="http://schemas.openxmlformats.org/drawingml/2006/main" noGrp="1"/>
          </p:cNvSpPr>
          <p:nvPr/>
        </p:nvSpPr>
        <p:spPr>
          <a:xfrm xmlns:a="http://schemas.openxmlformats.org/drawingml/2006/main">
            <a:off x="841248" y="5897880"/>
            <a:ext cx="105156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45E78"/>
                </a:solidFill>
                <a:latin typeface="Inter"/>
                <a:ea typeface="Inter"/>
                <a:cs typeface="Inter"/>
              </a:defRPr>
            </a:defPPr>
            <a:lvl1pPr>
              <a:defRPr sz="1800" b="0">
                <a:solidFill>
                  <a:srgbClr val="245E78"/>
                </a:solidFill>
                <a:latin typeface="Inter"/>
                <a:ea typeface="Inter"/>
                <a:cs typeface="Inter"/>
              </a:defRPr>
            </a:lvl1pPr>
            <a:lvl2pPr>
              <a:defRPr sz="1800" b="0">
                <a:solidFill>
                  <a:srgbClr val="245E78"/>
                </a:solidFill>
                <a:latin typeface="Inter"/>
                <a:ea typeface="Inter"/>
                <a:cs typeface="Inter"/>
              </a:defRPr>
            </a:lvl2pPr>
            <a:lvl3pPr>
              <a:defRPr sz="1800" b="0">
                <a:solidFill>
                  <a:srgbClr val="245E78"/>
                </a:solidFill>
                <a:latin typeface="Inter"/>
                <a:ea typeface="Inter"/>
                <a:cs typeface="Inter"/>
              </a:defRPr>
            </a:lvl3pPr>
            <a:lvl4pPr>
              <a:defRPr sz="1800" b="0">
                <a:solidFill>
                  <a:srgbClr val="245E78"/>
                </a:solidFill>
                <a:latin typeface="Inter"/>
                <a:ea typeface="Inter"/>
                <a:cs typeface="Inter"/>
              </a:defRPr>
            </a:lvl4pPr>
            <a:lvl5pPr>
              <a:defRPr sz="1800" b="0">
                <a:solidFill>
                  <a:srgbClr val="245E78"/>
                </a:solidFill>
                <a:latin typeface="Inter"/>
                <a:ea typeface="Inter"/>
                <a:cs typeface="Inter"/>
              </a:defRPr>
            </a:lvl5pPr>
            <a:lvl6pPr>
              <a:defRPr sz="1800" b="0">
                <a:solidFill>
                  <a:srgbClr val="245E78"/>
                </a:solidFill>
                <a:latin typeface="Inter"/>
                <a:ea typeface="Inter"/>
                <a:cs typeface="Inter"/>
              </a:defRPr>
            </a:lvl6pPr>
            <a:lvl7pPr>
              <a:defRPr sz="1800" b="0">
                <a:solidFill>
                  <a:srgbClr val="245E78"/>
                </a:solidFill>
                <a:latin typeface="Inter"/>
                <a:ea typeface="Inter"/>
                <a:cs typeface="Inter"/>
              </a:defRPr>
            </a:lvl7pPr>
            <a:lvl8pPr>
              <a:defRPr sz="1800" b="0">
                <a:solidFill>
                  <a:srgbClr val="245E78"/>
                </a:solidFill>
                <a:latin typeface="Inter"/>
                <a:ea typeface="Inter"/>
                <a:cs typeface="Inter"/>
              </a:defRPr>
            </a:lvl8pPr>
            <a:lvl9pPr>
              <a:defRPr sz="1800" b="0">
                <a:solidFill>
                  <a:srgbClr val="245E78"/>
                </a:solidFill>
                <a:latin typeface="Inter"/>
                <a:ea typeface="Inter"/>
                <a:cs typeface="Inter"/>
              </a:defRPr>
            </a:lvl9pPr>
          </a:lstStyle>
          <a:p xmlns:a="http://schemas.openxmlformats.org/drawingml/2006/main">
            <a:pPr algn="l">
              <a:defRPr sz="1800" b="0">
                <a:solidFill>
                  <a:srgbClr val="245E78"/>
                </a:solidFill>
                <a:latin typeface="Inter"/>
                <a:ea typeface="Inter"/>
                <a:cs typeface="Inter"/>
              </a:defRPr>
            </a:pPr>
            <a:r>
              <a:rPr sz="1600" b="0" i="1">
                <a:solidFill>
                  <a:srgbClr val="5A6B74"/>
                </a:solidFill>
                <a:latin typeface="Inter"/>
                <a:cs typeface="Inter"/>
              </a:rPr>
              <a:t>Plano próprio para download. Pause por 1 a 2 minutos, se quiser.</a:t>
            </a:r>
            <a:endParaRPr sz="1600"/>
          </a:p>
        </p:txBody>
      </p:sp>
      <p:sp>
        <p:nvSpPr>
          <p:cNvPr id="11" name="number">
            <a:extLst xmlns:a="http://schemas.openxmlformats.org/drawingml/2006/main">
              <a:ext uri="{FF2B5EF4-FFF2-40B4-BE49-F238E27FC236}">
                <a16:creationId xmlns:a16="http://schemas.microsoft.com/office/drawing/2014/main" id="{C97341FE-BF67-4C4B-89CB-4613313DAF96}"/>
              </a:ext>
            </a:extLst>
          </p:cNvPr>
          <p:cNvSpPr>
            <a:spLocks xmlns:a="http://schemas.openxmlformats.org/drawingml/2006/main" noGrp="1"/>
          </p:cNvSpPr>
          <p:nvPr/>
        </p:nvSpPr>
        <p:spPr>
          <a:xfrm xmlns:a="http://schemas.openxmlformats.org/drawingml/2006/main">
            <a:off x="841248" y="6291072"/>
            <a:ext cx="13716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245E78"/>
                </a:solidFill>
                <a:latin typeface="Inter"/>
                <a:ea typeface="Inter"/>
                <a:cs typeface="Inter"/>
              </a:defRPr>
            </a:defPPr>
            <a:lvl1pPr>
              <a:defRPr sz="1125" b="0">
                <a:solidFill>
                  <a:srgbClr val="245E78"/>
                </a:solidFill>
                <a:latin typeface="Inter"/>
                <a:ea typeface="Inter"/>
                <a:cs typeface="Inter"/>
              </a:defRPr>
            </a:lvl1pPr>
            <a:lvl2pPr>
              <a:defRPr sz="1125" b="0">
                <a:solidFill>
                  <a:srgbClr val="245E78"/>
                </a:solidFill>
                <a:latin typeface="Inter"/>
                <a:ea typeface="Inter"/>
                <a:cs typeface="Inter"/>
              </a:defRPr>
            </a:lvl2pPr>
            <a:lvl3pPr>
              <a:defRPr sz="1125" b="0">
                <a:solidFill>
                  <a:srgbClr val="245E78"/>
                </a:solidFill>
                <a:latin typeface="Inter"/>
                <a:ea typeface="Inter"/>
                <a:cs typeface="Inter"/>
              </a:defRPr>
            </a:lvl3pPr>
            <a:lvl4pPr>
              <a:defRPr sz="1125" b="0">
                <a:solidFill>
                  <a:srgbClr val="245E78"/>
                </a:solidFill>
                <a:latin typeface="Inter"/>
                <a:ea typeface="Inter"/>
                <a:cs typeface="Inter"/>
              </a:defRPr>
            </a:lvl4pPr>
            <a:lvl5pPr>
              <a:defRPr sz="1125" b="0">
                <a:solidFill>
                  <a:srgbClr val="245E78"/>
                </a:solidFill>
                <a:latin typeface="Inter"/>
                <a:ea typeface="Inter"/>
                <a:cs typeface="Inter"/>
              </a:defRPr>
            </a:lvl5pPr>
            <a:lvl6pPr>
              <a:defRPr sz="1125" b="0">
                <a:solidFill>
                  <a:srgbClr val="245E78"/>
                </a:solidFill>
                <a:latin typeface="Inter"/>
                <a:ea typeface="Inter"/>
                <a:cs typeface="Inter"/>
              </a:defRPr>
            </a:lvl6pPr>
            <a:lvl7pPr>
              <a:defRPr sz="1125" b="0">
                <a:solidFill>
                  <a:srgbClr val="245E78"/>
                </a:solidFill>
                <a:latin typeface="Inter"/>
                <a:ea typeface="Inter"/>
                <a:cs typeface="Inter"/>
              </a:defRPr>
            </a:lvl7pPr>
            <a:lvl8pPr>
              <a:defRPr sz="1125" b="0">
                <a:solidFill>
                  <a:srgbClr val="245E78"/>
                </a:solidFill>
                <a:latin typeface="Inter"/>
                <a:ea typeface="Inter"/>
                <a:cs typeface="Inter"/>
              </a:defRPr>
            </a:lvl8pPr>
            <a:lvl9pPr>
              <a:defRPr sz="1125" b="0">
                <a:solidFill>
                  <a:srgbClr val="245E78"/>
                </a:solidFill>
                <a:latin typeface="Inter"/>
                <a:ea typeface="Inter"/>
                <a:cs typeface="Inter"/>
              </a:defRPr>
            </a:lvl9pPr>
          </a:lstStyle>
          <a:p xmlns:a="http://schemas.openxmlformats.org/drawingml/2006/main">
            <a:pPr algn="l">
              <a:defRPr sz="1125" b="0">
                <a:solidFill>
                  <a:srgbClr val="245E78"/>
                </a:solidFill>
                <a:latin typeface="Inter"/>
                <a:ea typeface="Inter"/>
                <a:cs typeface="Inter"/>
              </a:defRPr>
            </a:pPr>
            <a:r>
              <a:rPr sz="1100" b="0" spc="100">
                <a:solidFill>
                  <a:srgbClr val="5A6B74"/>
                </a:solidFill>
                <a:latin typeface="Inter"/>
                <a:cs typeface="Inter"/>
              </a:rPr>
              <a:t>09</a:t>
            </a:r>
            <a:endParaRPr sz="1100"/>
          </a:p>
        </p:txBody>
      </p:sp>
    </p:spTree>
    <p:extLst>
      <p:ext uri="{BB962C8B-B14F-4D97-AF65-F5344CB8AC3E}">
        <p14:creationId xmlns:p14="http://schemas.microsoft.com/office/powerpoint/2010/main" val="559521231"/>
      </p:ext>
    </p:extLst>
  </p:cSld>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5"/>
                                        </p:tgtEl>
                                        <p:attrNameLst>
                                          <p:attrName>style.visibility</p:attrName>
                                        </p:attrNameLst>
                                      </p:cBhvr>
                                      <p:to>
                                        <p:strVal val="visible"/>
                                      </p:to>
                                    </p:set>
                                    <p:animEffect transition="in" filter="fade">
                                      <p:cBhvr>
                                        <p:cTn id="5" dur="500"/>
                                        <p:tgtEl>
                                          <p:spTgt spid="1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p="http://schemas.openxmlformats.org/presentationml/2006/main">
  <p:cSld>
    <p:bg xmlns:a="http://schemas.openxmlformats.org/drawingml/2006/main">
      <p:bgPr>
        <a:gradFill rotWithShape="1">
          <a:gsLst>
            <a:gs pos="0">
              <a:srgbClr val="245E78"/>
            </a:gs>
            <a:gs pos="45000">
              <a:srgbClr val="173F52"/>
            </a:gs>
            <a:gs pos="100000">
              <a:srgbClr val="082A45"/>
            </a:gs>
          </a:gsLst>
          <a:lin ang="5400000" scaled="0"/>
        </a:gradFill>
        <a:effectLst/>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8" name="Picture 7" descr="sym_gold.png"/>
          <p:cNvPicPr>
            <a:picLocks noChangeAspect="1"/>
          </p:cNvPicPr>
          <p:nvPr/>
        </p:nvPicPr>
        <p:blipFill>
          <a:blip r:embed="rId4">
            <a:alphaModFix amt="22000"/>
          </a:blip>
          <a:stretch>
            <a:fillRect/>
          </a:stretch>
        </p:blipFill>
        <p:spPr>
          <a:xfrm>
            <a:off x="7818120" y="777240"/>
            <a:ext cx="4832364" cy="5303520"/>
          </a:xfrm>
          <a:prstGeom prst="rect">
            <a:avLst/>
          </a:prstGeom>
        </p:spPr>
      </p:pic>
      <p:sp>
        <p:nvSpPr>
          <p:cNvPr id="2" name="title">
            <a:extLst xmlns:a="http://schemas.openxmlformats.org/drawingml/2006/main">
              <a:ext uri="{FF2B5EF4-FFF2-40B4-BE49-F238E27FC236}">
                <a16:creationId xmlns:a16="http://schemas.microsoft.com/office/drawing/2014/main" id="{253C8D94-FB46-4574-94E0-7A994986F542}"/>
              </a:ext>
            </a:extLst>
          </p:cNvPr>
          <p:cNvSpPr>
            <a:spLocks xmlns:a="http://schemas.openxmlformats.org/drawingml/2006/main" noGrp="1"/>
          </p:cNvSpPr>
          <p:nvPr/>
        </p:nvSpPr>
        <p:spPr>
          <a:xfrm xmlns:a="http://schemas.openxmlformats.org/drawingml/2006/main">
            <a:off x="841248" y="822960"/>
            <a:ext cx="6949440" cy="1463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b">
            <a:noAutofit/>
          </a:bodyPr>
          <a:lstStyle xmlns:a="http://schemas.openxmlformats.org/drawingml/2006/main">
            <a:defPPr>
              <a:defRPr sz="3300" b="1">
                <a:solidFill>
                  <a:srgbClr val="F4EFEA"/>
                </a:solidFill>
                <a:latin typeface="Inter"/>
                <a:ea typeface="Inter"/>
                <a:cs typeface="Inter"/>
              </a:defRPr>
            </a:defPPr>
            <a:lvl1pPr>
              <a:defRPr sz="3300" b="1">
                <a:solidFill>
                  <a:srgbClr val="F4EFEA"/>
                </a:solidFill>
                <a:latin typeface="Inter"/>
                <a:ea typeface="Inter"/>
                <a:cs typeface="Inter"/>
              </a:defRPr>
            </a:lvl1pPr>
            <a:lvl2pPr>
              <a:defRPr sz="3300" b="1">
                <a:solidFill>
                  <a:srgbClr val="F4EFEA"/>
                </a:solidFill>
                <a:latin typeface="Inter"/>
                <a:ea typeface="Inter"/>
                <a:cs typeface="Inter"/>
              </a:defRPr>
            </a:lvl2pPr>
            <a:lvl3pPr>
              <a:defRPr sz="3300" b="1">
                <a:solidFill>
                  <a:srgbClr val="F4EFEA"/>
                </a:solidFill>
                <a:latin typeface="Inter"/>
                <a:ea typeface="Inter"/>
                <a:cs typeface="Inter"/>
              </a:defRPr>
            </a:lvl3pPr>
            <a:lvl4pPr>
              <a:defRPr sz="3300" b="1">
                <a:solidFill>
                  <a:srgbClr val="F4EFEA"/>
                </a:solidFill>
                <a:latin typeface="Inter"/>
                <a:ea typeface="Inter"/>
                <a:cs typeface="Inter"/>
              </a:defRPr>
            </a:lvl4pPr>
            <a:lvl5pPr>
              <a:defRPr sz="3300" b="1">
                <a:solidFill>
                  <a:srgbClr val="F4EFEA"/>
                </a:solidFill>
                <a:latin typeface="Inter"/>
                <a:ea typeface="Inter"/>
                <a:cs typeface="Inter"/>
              </a:defRPr>
            </a:lvl5pPr>
            <a:lvl6pPr>
              <a:defRPr sz="3300" b="1">
                <a:solidFill>
                  <a:srgbClr val="F4EFEA"/>
                </a:solidFill>
                <a:latin typeface="Inter"/>
                <a:ea typeface="Inter"/>
                <a:cs typeface="Inter"/>
              </a:defRPr>
            </a:lvl6pPr>
            <a:lvl7pPr>
              <a:defRPr sz="3300" b="1">
                <a:solidFill>
                  <a:srgbClr val="F4EFEA"/>
                </a:solidFill>
                <a:latin typeface="Inter"/>
                <a:ea typeface="Inter"/>
                <a:cs typeface="Inter"/>
              </a:defRPr>
            </a:lvl7pPr>
            <a:lvl8pPr>
              <a:defRPr sz="3300" b="1">
                <a:solidFill>
                  <a:srgbClr val="F4EFEA"/>
                </a:solidFill>
                <a:latin typeface="Inter"/>
                <a:ea typeface="Inter"/>
                <a:cs typeface="Inter"/>
              </a:defRPr>
            </a:lvl8pPr>
            <a:lvl9pPr>
              <a:defRPr sz="3300" b="1">
                <a:solidFill>
                  <a:srgbClr val="F4EFEA"/>
                </a:solidFill>
                <a:latin typeface="Inter"/>
                <a:ea typeface="Inter"/>
                <a:cs typeface="Inter"/>
              </a:defRPr>
            </a:lvl9pPr>
          </a:lstStyle>
          <a:p xmlns:a="http://schemas.openxmlformats.org/drawingml/2006/main">
            <a:pPr algn="l">
              <a:lnSpc>
                <a:spcPct val="92000"/>
              </a:lnSpc>
              <a:defRPr sz="3300" b="1">
                <a:solidFill>
                  <a:srgbClr val="F4EFEA"/>
                </a:solidFill>
                <a:latin typeface="Inter"/>
                <a:ea typeface="Inter"/>
                <a:cs typeface="Inter"/>
              </a:defRPr>
            </a:pPr>
            <a:r>
              <a:rPr sz="5200" b="0">
                <a:solidFill>
                  <a:srgbClr val="FFFFFF"/>
                </a:solidFill>
                <a:latin typeface="EB Garamond"/>
                <a:cs typeface="EB Garamond"/>
              </a:rPr>
              <a:t>Continuidade para o módulo um</a:t>
            </a:r>
            <a:endParaRPr sz="5200"/>
          </a:p>
        </p:txBody>
      </p:sp>
      <p:sp>
        <p:nvSpPr>
          <p:cNvPr id="3" name="next">
            <a:extLst xmlns:a="http://schemas.openxmlformats.org/drawingml/2006/main">
              <a:ext uri="{FF2B5EF4-FFF2-40B4-BE49-F238E27FC236}">
                <a16:creationId xmlns:a16="http://schemas.microsoft.com/office/drawing/2014/main" id="{70A79437-7131-44AF-AD4C-6D0BEEA4C075}"/>
              </a:ext>
            </a:extLst>
          </p:cNvPr>
          <p:cNvSpPr>
            <a:spLocks xmlns:a="http://schemas.openxmlformats.org/drawingml/2006/main" noGrp="1"/>
          </p:cNvSpPr>
          <p:nvPr/>
        </p:nvSpPr>
        <p:spPr>
          <a:xfrm xmlns:a="http://schemas.openxmlformats.org/drawingml/2006/main">
            <a:off x="841248" y="2651760"/>
            <a:ext cx="54864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C99A64"/>
                </a:solidFill>
                <a:latin typeface="Inter"/>
                <a:ea typeface="Inter"/>
                <a:cs typeface="Inter"/>
              </a:defRPr>
            </a:defPPr>
            <a:lvl1pPr>
              <a:defRPr sz="1875" b="0">
                <a:solidFill>
                  <a:srgbClr val="C99A64"/>
                </a:solidFill>
                <a:latin typeface="Inter"/>
                <a:ea typeface="Inter"/>
                <a:cs typeface="Inter"/>
              </a:defRPr>
            </a:lvl1pPr>
            <a:lvl2pPr>
              <a:defRPr sz="1875" b="0">
                <a:solidFill>
                  <a:srgbClr val="C99A64"/>
                </a:solidFill>
                <a:latin typeface="Inter"/>
                <a:ea typeface="Inter"/>
                <a:cs typeface="Inter"/>
              </a:defRPr>
            </a:lvl2pPr>
            <a:lvl3pPr>
              <a:defRPr sz="1875" b="0">
                <a:solidFill>
                  <a:srgbClr val="C99A64"/>
                </a:solidFill>
                <a:latin typeface="Inter"/>
                <a:ea typeface="Inter"/>
                <a:cs typeface="Inter"/>
              </a:defRPr>
            </a:lvl3pPr>
            <a:lvl4pPr>
              <a:defRPr sz="1875" b="0">
                <a:solidFill>
                  <a:srgbClr val="C99A64"/>
                </a:solidFill>
                <a:latin typeface="Inter"/>
                <a:ea typeface="Inter"/>
                <a:cs typeface="Inter"/>
              </a:defRPr>
            </a:lvl4pPr>
            <a:lvl5pPr>
              <a:defRPr sz="1875" b="0">
                <a:solidFill>
                  <a:srgbClr val="C99A64"/>
                </a:solidFill>
                <a:latin typeface="Inter"/>
                <a:ea typeface="Inter"/>
                <a:cs typeface="Inter"/>
              </a:defRPr>
            </a:lvl5pPr>
            <a:lvl6pPr>
              <a:defRPr sz="1875" b="0">
                <a:solidFill>
                  <a:srgbClr val="C99A64"/>
                </a:solidFill>
                <a:latin typeface="Inter"/>
                <a:ea typeface="Inter"/>
                <a:cs typeface="Inter"/>
              </a:defRPr>
            </a:lvl6pPr>
            <a:lvl7pPr>
              <a:defRPr sz="1875" b="0">
                <a:solidFill>
                  <a:srgbClr val="C99A64"/>
                </a:solidFill>
                <a:latin typeface="Inter"/>
                <a:ea typeface="Inter"/>
                <a:cs typeface="Inter"/>
              </a:defRPr>
            </a:lvl7pPr>
            <a:lvl8pPr>
              <a:defRPr sz="1875" b="0">
                <a:solidFill>
                  <a:srgbClr val="C99A64"/>
                </a:solidFill>
                <a:latin typeface="Inter"/>
                <a:ea typeface="Inter"/>
                <a:cs typeface="Inter"/>
              </a:defRPr>
            </a:lvl8pPr>
            <a:lvl9pPr>
              <a:defRPr sz="1875" b="0">
                <a:solidFill>
                  <a:srgbClr val="C99A64"/>
                </a:solidFill>
                <a:latin typeface="Inter"/>
                <a:ea typeface="Inter"/>
                <a:cs typeface="Inter"/>
              </a:defRPr>
            </a:lvl9pPr>
          </a:lstStyle>
          <a:p xmlns:a="http://schemas.openxmlformats.org/drawingml/2006/main">
            <a:pPr algn="l">
              <a:defRPr sz="1875" b="0">
                <a:solidFill>
                  <a:srgbClr val="C99A64"/>
                </a:solidFill>
                <a:latin typeface="Inter"/>
                <a:ea typeface="Inter"/>
                <a:cs typeface="Inter"/>
              </a:defRPr>
            </a:pPr>
            <a:r>
              <a:rPr sz="1400" b="1" spc="250">
                <a:solidFill>
                  <a:srgbClr val="C99A64"/>
                </a:solidFill>
                <a:latin typeface="Inter"/>
                <a:cs typeface="Inter"/>
              </a:rPr>
              <a:t>NA PRÓXIMA AULA</a:t>
            </a:r>
            <a:endParaRPr sz="1400"/>
          </a:p>
        </p:txBody>
      </p:sp>
      <p:sp>
        <p:nvSpPr>
          <p:cNvPr id="4" name="question">
            <a:extLst xmlns:a="http://schemas.openxmlformats.org/drawingml/2006/main">
              <a:ext uri="{FF2B5EF4-FFF2-40B4-BE49-F238E27FC236}">
                <a16:creationId xmlns:a16="http://schemas.microsoft.com/office/drawing/2014/main" id="{3AF603D3-7658-4737-9ACF-8849F2C324B9}"/>
              </a:ext>
            </a:extLst>
          </p:cNvPr>
          <p:cNvSpPr>
            <a:spLocks xmlns:a="http://schemas.openxmlformats.org/drawingml/2006/main" noGrp="1"/>
          </p:cNvSpPr>
          <p:nvPr/>
        </p:nvSpPr>
        <p:spPr>
          <a:xfrm xmlns:a="http://schemas.openxmlformats.org/drawingml/2006/main">
            <a:off x="841248" y="3108960"/>
            <a:ext cx="6766560" cy="1737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0">
                <a:solidFill>
                  <a:srgbClr val="F4EFEA"/>
                </a:solidFill>
                <a:latin typeface="Inter"/>
                <a:ea typeface="Inter"/>
                <a:cs typeface="Inter"/>
              </a:defRPr>
            </a:defPPr>
            <a:lvl1pPr>
              <a:defRPr sz="3000" b="0">
                <a:solidFill>
                  <a:srgbClr val="F4EFEA"/>
                </a:solidFill>
                <a:latin typeface="Inter"/>
                <a:ea typeface="Inter"/>
                <a:cs typeface="Inter"/>
              </a:defRPr>
            </a:lvl1pPr>
            <a:lvl2pPr>
              <a:defRPr sz="3000" b="0">
                <a:solidFill>
                  <a:srgbClr val="F4EFEA"/>
                </a:solidFill>
                <a:latin typeface="Inter"/>
                <a:ea typeface="Inter"/>
                <a:cs typeface="Inter"/>
              </a:defRPr>
            </a:lvl2pPr>
            <a:lvl3pPr>
              <a:defRPr sz="3000" b="0">
                <a:solidFill>
                  <a:srgbClr val="F4EFEA"/>
                </a:solidFill>
                <a:latin typeface="Inter"/>
                <a:ea typeface="Inter"/>
                <a:cs typeface="Inter"/>
              </a:defRPr>
            </a:lvl3pPr>
            <a:lvl4pPr>
              <a:defRPr sz="3000" b="0">
                <a:solidFill>
                  <a:srgbClr val="F4EFEA"/>
                </a:solidFill>
                <a:latin typeface="Inter"/>
                <a:ea typeface="Inter"/>
                <a:cs typeface="Inter"/>
              </a:defRPr>
            </a:lvl4pPr>
            <a:lvl5pPr>
              <a:defRPr sz="3000" b="0">
                <a:solidFill>
                  <a:srgbClr val="F4EFEA"/>
                </a:solidFill>
                <a:latin typeface="Inter"/>
                <a:ea typeface="Inter"/>
                <a:cs typeface="Inter"/>
              </a:defRPr>
            </a:lvl5pPr>
            <a:lvl6pPr>
              <a:defRPr sz="3000" b="0">
                <a:solidFill>
                  <a:srgbClr val="F4EFEA"/>
                </a:solidFill>
                <a:latin typeface="Inter"/>
                <a:ea typeface="Inter"/>
                <a:cs typeface="Inter"/>
              </a:defRPr>
            </a:lvl6pPr>
            <a:lvl7pPr>
              <a:defRPr sz="3000" b="0">
                <a:solidFill>
                  <a:srgbClr val="F4EFEA"/>
                </a:solidFill>
                <a:latin typeface="Inter"/>
                <a:ea typeface="Inter"/>
                <a:cs typeface="Inter"/>
              </a:defRPr>
            </a:lvl7pPr>
            <a:lvl8pPr>
              <a:defRPr sz="3000" b="0">
                <a:solidFill>
                  <a:srgbClr val="F4EFEA"/>
                </a:solidFill>
                <a:latin typeface="Inter"/>
                <a:ea typeface="Inter"/>
                <a:cs typeface="Inter"/>
              </a:defRPr>
            </a:lvl8pPr>
            <a:lvl9pPr>
              <a:defRPr sz="3000" b="0">
                <a:solidFill>
                  <a:srgbClr val="F4EFEA"/>
                </a:solidFill>
                <a:latin typeface="Inter"/>
                <a:ea typeface="Inter"/>
                <a:cs typeface="Inter"/>
              </a:defRPr>
            </a:lvl9pPr>
          </a:lstStyle>
          <a:p xmlns:a="http://schemas.openxmlformats.org/drawingml/2006/main">
            <a:pPr algn="l">
              <a:lnSpc>
                <a:spcPct val="105000"/>
              </a:lnSpc>
              <a:defRPr sz="3000" b="0">
                <a:solidFill>
                  <a:srgbClr val="F4EFEA"/>
                </a:solidFill>
                <a:latin typeface="Inter"/>
                <a:ea typeface="Inter"/>
                <a:cs typeface="Inter"/>
              </a:defRPr>
            </a:pPr>
            <a:r>
              <a:rPr sz="3400" b="0" i="1">
                <a:solidFill>
                  <a:srgbClr val="F4EFEA"/>
                </a:solidFill>
                <a:latin typeface="EB Garamond"/>
                <a:cs typeface="EB Garamond"/>
              </a:rPr>
              <a:t>Por que entender um padrão nem sempre impede que ele se repita?</a:t>
            </a:r>
            <a:endParaRPr sz="3400"/>
          </a:p>
        </p:txBody>
      </p:sp>
      <p:sp>
        <p:nvSpPr>
          <p:cNvPr id="5" name="close">
            <a:extLst xmlns:a="http://schemas.openxmlformats.org/drawingml/2006/main">
              <a:ext uri="{FF2B5EF4-FFF2-40B4-BE49-F238E27FC236}">
                <a16:creationId xmlns:a16="http://schemas.microsoft.com/office/drawing/2014/main" id="{4B232D7E-A98E-42F7-818A-0D0EE0EACAFA}"/>
              </a:ext>
            </a:extLst>
          </p:cNvPr>
          <p:cNvSpPr>
            <a:spLocks xmlns:a="http://schemas.openxmlformats.org/drawingml/2006/main" noGrp="1"/>
          </p:cNvSpPr>
          <p:nvPr/>
        </p:nvSpPr>
        <p:spPr>
          <a:xfrm xmlns:a="http://schemas.openxmlformats.org/drawingml/2006/main">
            <a:off x="841248" y="5120640"/>
            <a:ext cx="676656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4EFEA"/>
                </a:solidFill>
                <a:latin typeface="Inter"/>
                <a:ea typeface="Inter"/>
                <a:cs typeface="Inter"/>
              </a:defRPr>
            </a:defPPr>
            <a:lvl1pPr>
              <a:defRPr sz="1950" b="0">
                <a:solidFill>
                  <a:srgbClr val="F4EFEA"/>
                </a:solidFill>
                <a:latin typeface="Inter"/>
                <a:ea typeface="Inter"/>
                <a:cs typeface="Inter"/>
              </a:defRPr>
            </a:lvl1pPr>
            <a:lvl2pPr>
              <a:defRPr sz="1950" b="0">
                <a:solidFill>
                  <a:srgbClr val="F4EFEA"/>
                </a:solidFill>
                <a:latin typeface="Inter"/>
                <a:ea typeface="Inter"/>
                <a:cs typeface="Inter"/>
              </a:defRPr>
            </a:lvl2pPr>
            <a:lvl3pPr>
              <a:defRPr sz="1950" b="0">
                <a:solidFill>
                  <a:srgbClr val="F4EFEA"/>
                </a:solidFill>
                <a:latin typeface="Inter"/>
                <a:ea typeface="Inter"/>
                <a:cs typeface="Inter"/>
              </a:defRPr>
            </a:lvl3pPr>
            <a:lvl4pPr>
              <a:defRPr sz="1950" b="0">
                <a:solidFill>
                  <a:srgbClr val="F4EFEA"/>
                </a:solidFill>
                <a:latin typeface="Inter"/>
                <a:ea typeface="Inter"/>
                <a:cs typeface="Inter"/>
              </a:defRPr>
            </a:lvl4pPr>
            <a:lvl5pPr>
              <a:defRPr sz="1950" b="0">
                <a:solidFill>
                  <a:srgbClr val="F4EFEA"/>
                </a:solidFill>
                <a:latin typeface="Inter"/>
                <a:ea typeface="Inter"/>
                <a:cs typeface="Inter"/>
              </a:defRPr>
            </a:lvl5pPr>
            <a:lvl6pPr>
              <a:defRPr sz="1950" b="0">
                <a:solidFill>
                  <a:srgbClr val="F4EFEA"/>
                </a:solidFill>
                <a:latin typeface="Inter"/>
                <a:ea typeface="Inter"/>
                <a:cs typeface="Inter"/>
              </a:defRPr>
            </a:lvl6pPr>
            <a:lvl7pPr>
              <a:defRPr sz="1950" b="0">
                <a:solidFill>
                  <a:srgbClr val="F4EFEA"/>
                </a:solidFill>
                <a:latin typeface="Inter"/>
                <a:ea typeface="Inter"/>
                <a:cs typeface="Inter"/>
              </a:defRPr>
            </a:lvl7pPr>
            <a:lvl8pPr>
              <a:defRPr sz="1950" b="0">
                <a:solidFill>
                  <a:srgbClr val="F4EFEA"/>
                </a:solidFill>
                <a:latin typeface="Inter"/>
                <a:ea typeface="Inter"/>
                <a:cs typeface="Inter"/>
              </a:defRPr>
            </a:lvl8pPr>
            <a:lvl9pPr>
              <a:defRPr sz="1950" b="0">
                <a:solidFill>
                  <a:srgbClr val="F4EFEA"/>
                </a:solidFill>
                <a:latin typeface="Inter"/>
                <a:ea typeface="Inter"/>
                <a:cs typeface="Inter"/>
              </a:defRPr>
            </a:lvl9pPr>
          </a:lstStyle>
          <a:p xmlns:a="http://schemas.openxmlformats.org/drawingml/2006/main">
            <a:pPr algn="l">
              <a:defRPr sz="1950" b="0">
                <a:solidFill>
                  <a:srgbClr val="F4EFEA"/>
                </a:solidFill>
                <a:latin typeface="Inter"/>
                <a:ea typeface="Inter"/>
                <a:cs typeface="Inter"/>
              </a:defRPr>
            </a:pPr>
            <a:r>
              <a:rPr sz="2000" b="0">
                <a:solidFill>
                  <a:srgbClr val="E9E2D8"/>
                </a:solidFill>
                <a:latin typeface="Inter"/>
                <a:cs typeface="Inter"/>
              </a:rPr>
              <a:t>Escolha seu próximo momento de estudo.</a:t>
            </a:r>
            <a:endParaRPr sz="2000"/>
          </a:p>
        </p:txBody>
      </p:sp>
      <p:sp>
        <p:nvSpPr>
          <p:cNvPr id="7" name="number">
            <a:extLst xmlns:a="http://schemas.openxmlformats.org/drawingml/2006/main">
              <a:ext uri="{FF2B5EF4-FFF2-40B4-BE49-F238E27FC236}">
                <a16:creationId xmlns:a16="http://schemas.microsoft.com/office/drawing/2014/main" id="{E41D2470-81DA-4B18-87D1-412E282F1C34}"/>
              </a:ext>
            </a:extLst>
          </p:cNvPr>
          <p:cNvSpPr>
            <a:spLocks xmlns:a="http://schemas.openxmlformats.org/drawingml/2006/main" noGrp="1"/>
          </p:cNvSpPr>
          <p:nvPr/>
        </p:nvSpPr>
        <p:spPr>
          <a:xfrm xmlns:a="http://schemas.openxmlformats.org/drawingml/2006/main">
            <a:off x="841248" y="6291072"/>
            <a:ext cx="13716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F4EFEA"/>
                </a:solidFill>
                <a:latin typeface="Inter"/>
                <a:ea typeface="Inter"/>
                <a:cs typeface="Inter"/>
              </a:defRPr>
            </a:defPPr>
            <a:lvl1pPr>
              <a:defRPr sz="1125" b="0">
                <a:solidFill>
                  <a:srgbClr val="F4EFEA"/>
                </a:solidFill>
                <a:latin typeface="Inter"/>
                <a:ea typeface="Inter"/>
                <a:cs typeface="Inter"/>
              </a:defRPr>
            </a:lvl1pPr>
            <a:lvl2pPr>
              <a:defRPr sz="1125" b="0">
                <a:solidFill>
                  <a:srgbClr val="F4EFEA"/>
                </a:solidFill>
                <a:latin typeface="Inter"/>
                <a:ea typeface="Inter"/>
                <a:cs typeface="Inter"/>
              </a:defRPr>
            </a:lvl2pPr>
            <a:lvl3pPr>
              <a:defRPr sz="1125" b="0">
                <a:solidFill>
                  <a:srgbClr val="F4EFEA"/>
                </a:solidFill>
                <a:latin typeface="Inter"/>
                <a:ea typeface="Inter"/>
                <a:cs typeface="Inter"/>
              </a:defRPr>
            </a:lvl3pPr>
            <a:lvl4pPr>
              <a:defRPr sz="1125" b="0">
                <a:solidFill>
                  <a:srgbClr val="F4EFEA"/>
                </a:solidFill>
                <a:latin typeface="Inter"/>
                <a:ea typeface="Inter"/>
                <a:cs typeface="Inter"/>
              </a:defRPr>
            </a:lvl4pPr>
            <a:lvl5pPr>
              <a:defRPr sz="1125" b="0">
                <a:solidFill>
                  <a:srgbClr val="F4EFEA"/>
                </a:solidFill>
                <a:latin typeface="Inter"/>
                <a:ea typeface="Inter"/>
                <a:cs typeface="Inter"/>
              </a:defRPr>
            </a:lvl5pPr>
            <a:lvl6pPr>
              <a:defRPr sz="1125" b="0">
                <a:solidFill>
                  <a:srgbClr val="F4EFEA"/>
                </a:solidFill>
                <a:latin typeface="Inter"/>
                <a:ea typeface="Inter"/>
                <a:cs typeface="Inter"/>
              </a:defRPr>
            </a:lvl6pPr>
            <a:lvl7pPr>
              <a:defRPr sz="1125" b="0">
                <a:solidFill>
                  <a:srgbClr val="F4EFEA"/>
                </a:solidFill>
                <a:latin typeface="Inter"/>
                <a:ea typeface="Inter"/>
                <a:cs typeface="Inter"/>
              </a:defRPr>
            </a:lvl7pPr>
            <a:lvl8pPr>
              <a:defRPr sz="1125" b="0">
                <a:solidFill>
                  <a:srgbClr val="F4EFEA"/>
                </a:solidFill>
                <a:latin typeface="Inter"/>
                <a:ea typeface="Inter"/>
                <a:cs typeface="Inter"/>
              </a:defRPr>
            </a:lvl8pPr>
            <a:lvl9pPr>
              <a:defRPr sz="1125" b="0">
                <a:solidFill>
                  <a:srgbClr val="F4EFEA"/>
                </a:solidFill>
                <a:latin typeface="Inter"/>
                <a:ea typeface="Inter"/>
                <a:cs typeface="Inter"/>
              </a:defRPr>
            </a:lvl9pPr>
          </a:lstStyle>
          <a:p xmlns:a="http://schemas.openxmlformats.org/drawingml/2006/main">
            <a:pPr algn="l">
              <a:defRPr sz="1125" b="0">
                <a:solidFill>
                  <a:srgbClr val="F4EFEA"/>
                </a:solidFill>
                <a:latin typeface="Inter"/>
                <a:ea typeface="Inter"/>
                <a:cs typeface="Inter"/>
              </a:defRPr>
            </a:pPr>
            <a:r>
              <a:rPr sz="1100" b="0" spc="100">
                <a:solidFill>
                  <a:srgbClr val="8FA0AC"/>
                </a:solidFill>
                <a:latin typeface="Inter"/>
                <a:cs typeface="Inter"/>
              </a:rPr>
              <a:t>10</a:t>
            </a:r>
            <a:endParaRPr sz="1100"/>
          </a:p>
        </p:txBody>
      </p:sp>
    </p:spTree>
    <p:extLst>
      <p:ext uri="{BB962C8B-B14F-4D97-AF65-F5344CB8AC3E}">
        <p14:creationId xmlns:p14="http://schemas.microsoft.com/office/powerpoint/2010/main" val="348996474"/>
      </p:ext>
    </p:extLst>
  </p:cSld>
  <p:transition spd="med">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2026-11-01T22:18:13.3040000Z</dcterms:created>
  <dcterms:modified xsi:type="dcterms:W3CDTF">2026-11-01T22:18:13.3050000Z</dcterms:modified>
</coreProperties>
</file>