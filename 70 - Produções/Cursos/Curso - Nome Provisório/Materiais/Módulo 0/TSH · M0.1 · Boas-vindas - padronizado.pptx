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2b61e3e551a49ad" Type="http://schemas.openxmlformats.org/officeDocument/2006/relationships/extended-properties" Target="docProps/app.xml"/><Relationship Id="R23a8c952b10f4c35" Type="http://schemas.openxmlformats.org/package/2006/relationships/metadata/core-properties" Target="docProps/core.xml"/><Relationship Id="R659c7f1a6d644981"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e6a2e630c11b434f"/>
  </p:sldMasterIdLst>
  <p:notesMasterIdLst>
    <p:notesMasterId xmlns:r="http://schemas.openxmlformats.org/officeDocument/2006/relationships" r:id="R6c681b2cedeb4619"/>
  </p:notesMasterIdLst>
  <p:sldIdLst>
    <p:sldId xmlns:r="http://schemas.openxmlformats.org/officeDocument/2006/relationships" id="256" r:id="R375fdb0af1ca4b88"/>
    <p:sldId xmlns:r="http://schemas.openxmlformats.org/officeDocument/2006/relationships" id="257" r:id="R89904cc1182e40b8"/>
    <p:sldId xmlns:r="http://schemas.openxmlformats.org/officeDocument/2006/relationships" id="258" r:id="R313b0c6b791d48fd"/>
    <p:sldId xmlns:r="http://schemas.openxmlformats.org/officeDocument/2006/relationships" id="259" r:id="Rfbe0db8ac5a247a3"/>
    <p:sldId xmlns:r="http://schemas.openxmlformats.org/officeDocument/2006/relationships" id="260" r:id="Rabd6e5d37a4548be"/>
    <p:sldId xmlns:r="http://schemas.openxmlformats.org/officeDocument/2006/relationships" id="261" r:id="R1fff5196e3514ed4"/>
    <p:sldId xmlns:r="http://schemas.openxmlformats.org/officeDocument/2006/relationships" id="262" r:id="Rd5c18032cd234aaf"/>
    <p:sldId xmlns:r="http://schemas.openxmlformats.org/officeDocument/2006/relationships" id="263" r:id="R6afc7394554f4da6"/>
    <p:sldId xmlns:r="http://schemas.openxmlformats.org/officeDocument/2006/relationships" id="264" r:id="R831d25a758e24cd2"/>
    <p:sldId xmlns:r="http://schemas.openxmlformats.org/officeDocument/2006/relationships" id="265" r:id="Rccbb245248a848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fff5196e3514ed4" Type="http://schemas.openxmlformats.org/officeDocument/2006/relationships/slide" Target="slides/slide6.xml"/><Relationship Id="R2c23126e7d08499c" Type="http://schemas.openxmlformats.org/officeDocument/2006/relationships/presProps" Target="presProps.xml"/><Relationship Id="R313b0c6b791d48fd" Type="http://schemas.openxmlformats.org/officeDocument/2006/relationships/slide" Target="slides/slide3.xml"/><Relationship Id="R375fdb0af1ca4b88" Type="http://schemas.openxmlformats.org/officeDocument/2006/relationships/slide" Target="slides/slide1.xml"/><Relationship Id="R53e620bf190142f7" Type="http://schemas.openxmlformats.org/officeDocument/2006/relationships/theme" Target="theme/theme1.xml"/><Relationship Id="R6afc7394554f4da6" Type="http://schemas.openxmlformats.org/officeDocument/2006/relationships/slide" Target="slides/slide8.xml"/><Relationship Id="R6c681b2cedeb4619" Type="http://schemas.openxmlformats.org/officeDocument/2006/relationships/notesMaster" Target="notesMasters/notesMaster1.xml"/><Relationship Id="R831d25a758e24cd2" Type="http://schemas.openxmlformats.org/officeDocument/2006/relationships/slide" Target="slides/slide9.xml"/><Relationship Id="R89904cc1182e40b8" Type="http://schemas.openxmlformats.org/officeDocument/2006/relationships/slide" Target="slides/slide2.xml"/><Relationship Id="Rabd6e5d37a4548be" Type="http://schemas.openxmlformats.org/officeDocument/2006/relationships/slide" Target="slides/slide5.xml"/><Relationship Id="Rccbb245248a848e2" Type="http://schemas.openxmlformats.org/officeDocument/2006/relationships/slide" Target="slides/slide10.xml"/><Relationship Id="Rd5c18032cd234aaf" Type="http://schemas.openxmlformats.org/officeDocument/2006/relationships/slide" Target="slides/slide7.xml"/><Relationship Id="Re6a2e630c11b434f" Type="http://schemas.openxmlformats.org/officeDocument/2006/relationships/slideMaster" Target="slideMasters/slideMaster1.xml"/><Relationship Id="Rf6339deee20d43fb" Type="http://schemas.openxmlformats.org/officeDocument/2006/relationships/tableStyles" Target="tableStyles.xml"/><Relationship Id="Rfbe0db8ac5a247a3"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967ed7ca6e6e44a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e71d251dd1344cd" Type="http://schemas.openxmlformats.org/officeDocument/2006/relationships/slide" Target="../slides/slide1.xml"/><Relationship Id="R599f30b6bb4e46a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b20780ec9f1946ba" Type="http://schemas.openxmlformats.org/officeDocument/2006/relationships/notesMaster" Target="../notesMasters/notesMaster1.xml"/><Relationship Id="Rce0d9bcfa77c49c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a8e4f9c2dd74aec" Type="http://schemas.openxmlformats.org/officeDocument/2006/relationships/notesMaster" Target="../notesMasters/notesMaster1.xml"/><Relationship Id="Ra7412f1945ba448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8ab43b2ea3864d80" Type="http://schemas.openxmlformats.org/officeDocument/2006/relationships/slide" Target="../slides/slide4.xml"/><Relationship Id="Re642c6c6ee2749cc"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e56ec647c7df4d4b" Type="http://schemas.openxmlformats.org/officeDocument/2006/relationships/slide" Target="../slides/slide5.xml"/><Relationship Id="Re761e83cb1084249"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c518bbcad72c47de" Type="http://schemas.openxmlformats.org/officeDocument/2006/relationships/slide" Target="../slides/slide6.xml"/><Relationship Id="Rfb6f8053b88c4487"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c2aa24a636774117" Type="http://schemas.openxmlformats.org/officeDocument/2006/relationships/slide" Target="../slides/slide7.xml"/><Relationship Id="Rcdd18e052c084b6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b00207c41b744a5" Type="http://schemas.openxmlformats.org/officeDocument/2006/relationships/notesMaster" Target="../notesMasters/notesMaster1.xml"/><Relationship Id="Rfd5e5ead2f8146a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e467569b0b54d4d" Type="http://schemas.openxmlformats.org/officeDocument/2006/relationships/slide" Target="../slides/slide9.xml"/><Relationship Id="R325a5c264216430f"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938a4236c9d4bd0" Type="http://schemas.openxmlformats.org/officeDocument/2006/relationships/notesMaster" Target="../notesMasters/notesMaster1.xml"/><Relationship Id="Rb6e4710526c04c94"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01 — Boas-vindas</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Olá. Seja bem-vindo, seja bem-vinda ao Traduzindo o Ser Humano.</a:t>
            </a:r>
          </a:p>
          <a:p xmlns:a="http://schemas.openxmlformats.org/drawingml/2006/main">
            <a:r>
              <a:t/>
            </a:r>
          </a:p>
          <a:p xmlns:a="http://schemas.openxmlformats.org/drawingml/2006/main">
            <a:r>
              <a:t>Eu sou Fabiano Deliberalli, psicólogo, e vou acompanhar você neste percurso.</a:t>
            </a:r>
          </a:p>
          <a:p xmlns:a="http://schemas.openxmlformats.org/drawingml/2006/main">
            <a:r>
              <a:t/>
            </a:r>
          </a:p>
          <a:p xmlns:a="http://schemas.openxmlformats.org/drawingml/2006/main">
            <a:r>
              <a:t>Talvez você chegue com uma longa trajetória de terapia, estudo ou busca espiritual. Talvez esteja começando agora a olhar com mais atenção para a própria experiência. Você pode partir do lugar em que está.</a:t>
            </a:r>
          </a:p>
          <a:p xmlns:a="http://schemas.openxmlformats.org/drawingml/2006/main">
            <a:r>
              <a:t/>
            </a:r>
          </a:p>
          <a:p xmlns:a="http://schemas.openxmlformats.org/drawingml/2006/main">
            <a:r>
              <a:t>Uma das perguntas que nos reúne aqui é esta: por que, às vezes, eu compreendo o que acontece comigo e, ainda assim, continuo respondendo de uma maneira que gostaria de mudar?</a:t>
            </a:r>
          </a:p>
          <a:p xmlns:a="http://schemas.openxmlformats.org/drawingml/2006/main">
            <a:r>
              <a:t/>
            </a:r>
          </a:p>
          <a:p xmlns:a="http://schemas.openxmlformats.org/drawingml/2006/main">
            <a:r>
              <a:t>Vamos investigar essa distância entre compreender e conseguir participar de outra forma. E vamos abrir espaço também para possibilidades que você ainda não reconheceu, ou que reconhece, mas ainda precisa desenvolver. Uma forma de se expressar, de criar, de se relacionar, de dar lugar ao que tem sentido na sua vida.</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02 — Uma experiência tem diferentes dimensões</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Minha trajetória reúne a psicologia clínica, a perspectiva transpessoal, os estudos em neurociência e 25 anos de estudo e trabalho com a Medicina Chinesa. Esses campos participam da maneira como eu escuto e compreendo o ser humano.</a:t>
            </a:r>
          </a:p>
          <a:p xmlns:a="http://schemas.openxmlformats.org/drawingml/2006/main">
            <a:r>
              <a:t/>
            </a:r>
          </a:p>
          <a:p xmlns:a="http://schemas.openxmlformats.org/drawingml/2006/main">
            <a:r>
              <a:t>Quando eu falo em uma perspectiva multidimensional, estou considerando que uma mesma experiência envolve corpo, emoções, pensamentos, relações e espiritualidade. A nossa história, o ambiente e as condições concretas em que vivemos também participam disso.</a:t>
            </a:r>
          </a:p>
          <a:p xmlns:a="http://schemas.openxmlformats.org/drawingml/2006/main">
            <a:r>
              <a:t/>
            </a:r>
          </a:p>
          <a:p xmlns:a="http://schemas.openxmlformats.org/drawingml/2006/main">
            <a:r>
              <a:t>Pense em uma situação simples: você recebe um convite. Pode sentir vontade de ir, perceber cansaço, lembrar de uma experiência anterior e se perguntar se aquilo faz sentido para você. Tudo isso pode estar presente na mesma escolha.</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03 — Perspectiva espiritual e transpessoal</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A dimensão espiritual faz parte da minha compreensão da vida. Na perspectiva que apresento aqui, Essência é o fundamento primordial da vida, que antecede e transcende a existência corporal. Esse horizonte inclui a continuidade da existência e a encarnação. E singularidade é a maneira própria como essas possibilidades encontram expressão na existência, em relação com a nossa história e com o mundo.</a:t>
            </a:r>
          </a:p>
          <a:p xmlns:a="http://schemas.openxmlformats.org/drawingml/2006/main">
            <a:r>
              <a:t/>
            </a:r>
          </a:p>
          <a:p xmlns:a="http://schemas.openxmlformats.org/drawingml/2006/main">
            <a:r>
              <a:t>Essa é uma perspectiva espiritual e transpessoal que orienta o meu trabalho. Vou apresentá-la como tal, distinguindo-a das contribuições da pesquisa científica e daquilo que cada pessoa reconhece em sua experiência.</a:t>
            </a:r>
          </a:p>
          <a:p xmlns:a="http://schemas.openxmlformats.org/drawingml/2006/main">
            <a:r>
              <a:t/>
            </a:r>
          </a:p>
          <a:p xmlns:a="http://schemas.openxmlformats.org/drawingml/2006/main">
            <a:r>
              <a:t>Você pode conhecer essa perspectiva, fazer perguntas e construir suas próprias relações com ela. Há lugar aqui para diferentes convicções e também para a dúvida.</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04 — Traduzir e colocar mapas em diálogo</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Traduzir, neste percurso, é encontrar formas de reconhecer o que estamos vivendo, diferenciar aspectos que aparecem misturados e elaborar sentidos que ainda não estão claros.</a:t>
            </a:r>
          </a:p>
          <a:p xmlns:a="http://schemas.openxmlformats.org/drawingml/2006/main">
            <a:r>
              <a:t/>
            </a:r>
          </a:p>
          <a:p xmlns:a="http://schemas.openxmlformats.org/drawingml/2006/main">
            <a:r>
              <a:t>Às vezes, uma palavra ajuda. Em outras situações, a experiência começa a ganhar forma por uma imagem, um gesto, um ritmo ou uma sensação que você ainda não sabe explicar. Há espaço para o silêncio e para o “ainda não sei”. Uma ação também pode ajudar você a descobrir o que ainda não conseguia formular.</a:t>
            </a:r>
          </a:p>
          <a:p xmlns:a="http://schemas.openxmlformats.org/drawingml/2006/main">
            <a:r>
              <a:t/>
            </a:r>
          </a:p>
          <a:p xmlns:a="http://schemas.openxmlformats.org/drawingml/2006/main">
            <a:r>
              <a:t>Pensar faz parte desse trabalho. Uma compreensão pode ser um recurso importante. Vamos colocá-la em contato com o corpo, com as relações e com as situações em que ela precisa encontrar uma forma de expressão.</a:t>
            </a:r>
          </a:p>
          <a:p xmlns:a="http://schemas.openxmlformats.org/drawingml/2006/main">
            <a:r>
              <a:t/>
            </a:r>
          </a:p>
          <a:p xmlns:a="http://schemas.openxmlformats.org/drawingml/2006/main">
            <a:r>
              <a:t>Para isso, vamos colocar diferentes mapas em diálogo. Freud e outras perspectivas psicológicas, os conhecimentos biológicos, a Medicina Chinesa e as Grandes Tradições trazem maneiras de investigar a experiência e cultivar possibilidades. Vamos procurar o que essas linguagens acrescentam umas às outras, indicando suas fontes e preservando o sentido de cada uma. As tradições e a espiritualidade também contribuem em seus próprios termos.</a:t>
            </a:r>
          </a:p>
          <a:p xmlns:a="http://schemas.openxmlformats.org/drawingml/2006/main">
            <a:r>
              <a:t/>
            </a:r>
          </a:p>
          <a:p xmlns:a="http://schemas.openxmlformats.org/drawingml/2006/main">
            <a:r>
              <a:t>E você pode me dizer: “Fabiano, essa palavra não descreve bem o que acontece comigo”. Essa diferença merece ser escutada. Ela pode nos ajudar a encontrar uma formulação mais próxima do que você vive.</a:t>
            </a:r>
          </a:p>
          <a:p xmlns:a="http://schemas.openxmlformats.org/drawingml/2006/main">
            <a:r>
              <a:t/>
            </a:r>
          </a:p>
          <a:p xmlns:a="http://schemas.openxmlformats.org/drawingml/2006/main">
            <a:r>
              <a:t>O que vamos cultivar é essa possibilidade de compreender como nossa vida se organizou, construir condições para participar de outra maneira e dar espaço a possibilidades de expressão ainda pouco desenvolvidas.</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05 — Como o curso acontece</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O curso tem nove módulos, contando este módulo de entrada, e cinquenta e quatro aulas gravadas, curtas e progressivas. Você terá um ano de acesso ao conteúdo.</a:t>
            </a:r>
          </a:p>
          <a:p xmlns:a="http://schemas.openxmlformats.org/drawingml/2006/main">
            <a:r>
              <a:t/>
            </a:r>
          </a:p>
          <a:p xmlns:a="http://schemas.openxmlformats.org/drawingml/2006/main">
            <a:r>
              <a:t>Neste primeiro módulo, vamos conhecer o funcionamento do curso, aprender a usar os materiais e organizar as condições para começar. Depois, no módulo Traduzindo a experiência, vamos aprofundar aquela pergunta sobre compreender um padrão e continuar repetindo-o.</a:t>
            </a:r>
          </a:p>
          <a:p xmlns:a="http://schemas.openxmlformats.org/drawingml/2006/main">
            <a:r>
              <a:t/>
            </a:r>
          </a:p>
          <a:p xmlns:a="http://schemas.openxmlformats.org/drawingml/2006/main">
            <a:r>
              <a:t>O percurso vai nos levar à leitura da experiência, ao corpo como apoio, às emoções e aos padrões, aos valores e à espiritualidade. Vamos trabalhar a integração dessas dimensões e sua expressão nas relações, nas escolhas e na continuidade da vida.</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06 — Encontros e continuidade</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Nesta turma, teremos também oito encontros online ao vivo comigo, de duas horas cada. O primeiro reúne os módulos zero e um. Depois, teremos um encontro para cada módulo, do dois ao oito.</a:t>
            </a:r>
          </a:p>
          <a:p xmlns:a="http://schemas.openxmlformats.org/drawingml/2006/main">
            <a:r>
              <a:t/>
            </a:r>
          </a:p>
          <a:p xmlns:a="http://schemas.openxmlformats.org/drawingml/2006/main">
            <a:r>
              <a:t>Em cada encontro, a primeira hora será dedicada às dúvidas e a segunda à prática orientada. Essa segunda hora inclui a explicação, a experiência e um tempo para observar e integrar o que foi vivido. Os encontros serão pelo Zoom, com link disponibilizado no grupo de WhatsApp da turma. Quem não participar ao vivo poderá assistir posteriormente à gravação na Hotmart, na área correspondente às aulas on-line.</a:t>
            </a:r>
          </a:p>
          <a:p xmlns:a="http://schemas.openxmlformats.org/drawingml/2006/main">
            <a:r>
              <a:t/>
            </a:r>
          </a:p>
          <a:p xmlns:a="http://schemas.openxmlformats.org/drawingml/2006/main">
            <a:r>
              <a:t>As aulas gravadas, os encontros e o cotidiano vão se alimentar mutuamente. Uma aula pode despertar uma pergunta. Uma situação da semana pode trazer algo que você ainda não tinha percebido. E o encontro pode ajudar a esclarecer como seguir.</a:t>
            </a:r>
          </a:p>
          <a:p xmlns:a="http://schemas.openxmlformats.org/drawingml/2006/main">
            <a:r>
              <a:t/>
            </a:r>
          </a:p>
          <a:p xmlns:a="http://schemas.openxmlformats.org/drawingml/2006/main">
            <a:r>
              <a:t>As datas de liberação e dos encontros estão no calendário da turma. O ano de acesso permite retomar o conteúdo; os encontros ao vivo acontecem no período indicado nesse calendário.</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07 — Formas de participar</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Minha sugestão é começar pela ordem das aulas. Você pode pausar, rever um trecho e voltar a um material quando ele fizer sentido para a sua pergunta.</a:t>
            </a:r>
          </a:p>
          <a:p xmlns:a="http://schemas.openxmlformats.org/drawingml/2006/main">
            <a:r>
              <a:t/>
            </a:r>
          </a:p>
          <a:p xmlns:a="http://schemas.openxmlformats.org/drawingml/2006/main">
            <a:r>
              <a:t>Em alguns momentos, sua participação será mais ativa. Em outros, observar e registrar uma dúvida já pode ser uma maneira de acompanhar. Os registros podem ser escritos, desenhados ou feitos em áudio, conforme o que funciona para você.</a:t>
            </a:r>
          </a:p>
          <a:p xmlns:a="http://schemas.openxmlformats.org/drawingml/2006/main">
            <a:r>
              <a:t/>
            </a:r>
          </a:p>
          <a:p xmlns:a="http://schemas.openxmlformats.org/drawingml/2006/main">
            <a:r>
              <a:t>Você escolhe o que deseja compartilhar e o que prefere manter como registro pessoal. Nas atividades, vamos partir de situações leves, e também será possível trabalhar com exemplos fictícios.</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08 — Alcance e apoios</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O TSH é uma formação educacional. Minha experiência clínica participa da construção do curso, mas as aulas não constituem atendimento psicológico individual. Na terceira aula, vamos conversar melhor sobre o alcance da proposta, as adaptações e as condições de participação.</a:t>
            </a:r>
          </a:p>
          <a:p xmlns:a="http://schemas.openxmlformats.org/drawingml/2006/main">
            <a:r>
              <a:t/>
            </a:r>
          </a:p>
          <a:p xmlns:a="http://schemas.openxmlformats.org/drawingml/2006/main">
            <a:r>
              <a:t>Aprender a reconhecer um limite, fazer uma pausa ou buscar apoio também participa da construção de autonomia.</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09 — Onde encontrar o que você precisa</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Substitua a projeção por captura real da área do participante. Ajuste referências a menus após conferir. Retorne ao slide 10. A captura ainda não foi realizada.</a:t>
            </a:r>
          </a:p>
          <a:p xmlns:a="http://schemas.openxmlformats.org/drawingml/2006/main">
            <a:r>
              <a:t/>
            </a:r>
          </a:p>
          <a:p xmlns:a="http://schemas.openxmlformats.org/drawingml/2006/main">
            <a:r>
              <a:t>FALA</a:t>
            </a:r>
          </a:p>
          <a:p xmlns:a="http://schemas.openxmlformats.org/drawingml/2006/main">
            <a:r>
              <a:t>Vamos localizar agora o que você vai utilizar.</a:t>
            </a:r>
          </a:p>
          <a:p xmlns:a="http://schemas.openxmlformats.org/drawingml/2006/main">
            <a:r>
              <a:t/>
            </a:r>
          </a:p>
          <a:p xmlns:a="http://schemas.openxmlformats.org/drawingml/2006/main">
            <a:r>
              <a:t>Esta é a sequência dos módulos e das aulas. Vou mostrar onde estamos e como abrir a próxima aula.</a:t>
            </a:r>
          </a:p>
          <a:p xmlns:a="http://schemas.openxmlformats.org/drawingml/2006/main">
            <a:r>
              <a:t/>
            </a:r>
          </a:p>
          <a:p xmlns:a="http://schemas.openxmlformats.org/drawingml/2006/main">
            <a:r>
              <a:t>Aqui você encontra os materiais que acompanham o conteúdo. Quando uma aula utilizar um recurso específico, eu vou indicar qual é.</a:t>
            </a:r>
          </a:p>
          <a:p xmlns:a="http://schemas.openxmlformats.org/drawingml/2006/main">
            <a:r>
              <a:t/>
            </a:r>
          </a:p>
          <a:p xmlns:a="http://schemas.openxmlformats.org/drawingml/2006/main">
            <a:r>
              <a:t>Vou abrir também o calendário. Observe as datas de liberação e o encontro conjunto dos módulos zero e um.</a:t>
            </a:r>
          </a:p>
          <a:p xmlns:a="http://schemas.openxmlformats.org/drawingml/2006/main">
            <a:r>
              <a:t/>
            </a:r>
          </a:p>
          <a:p xmlns:a="http://schemas.openxmlformats.org/drawingml/2006/main">
            <a:r>
              <a:t>Agora, vou mostrar como voltar à aula e retomar a sequência. Você pode rever este trecho quando precisar se localizar.</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Seu primeiro passo</a:t>
            </a:r>
          </a:p>
          <a:p xmlns:a="http://schemas.openxmlformats.org/drawingml/2006/main">
            <a:r>
              <a:t/>
            </a:r>
          </a:p>
          <a:p xmlns:a="http://schemas.openxmlformats.org/drawingml/2006/main">
            <a:r>
              <a:t>CADERNO</a:t>
            </a:r>
          </a:p>
          <a:p xmlns:a="http://schemas.openxmlformats.org/drawingml/2006/main">
            <a:r>
              <a:t>M0.1 v1.1, 01/11/2026.</a:t>
            </a:r>
          </a:p>
          <a:p xmlns:a="http://schemas.openxmlformats.org/drawingml/2006/main">
            <a:r>
              <a:t/>
            </a:r>
          </a:p>
          <a:p xmlns:a="http://schemas.openxmlformats.org/drawingml/2006/main">
            <a:r>
              <a:t>CONDUÇÃO</a:t>
            </a:r>
          </a:p>
          <a:p xmlns:a="http://schemas.openxmlformats.org/drawingml/2006/main">
            <a:r>
              <a:t>Avance depois da última frase. Mantenha as notas fora da projeção.</a:t>
            </a:r>
          </a:p>
          <a:p xmlns:a="http://schemas.openxmlformats.org/drawingml/2006/main">
            <a:r>
              <a:t/>
            </a:r>
          </a:p>
          <a:p xmlns:a="http://schemas.openxmlformats.org/drawingml/2006/main">
            <a:r>
              <a:t>FALA</a:t>
            </a:r>
          </a:p>
          <a:p xmlns:a="http://schemas.openxmlformats.org/drawingml/2006/main">
            <a:r>
              <a:t>Antes de seguir, escolha um lugar simples para reunir seus registros. Pode ser um caderno, uma pasta ou um arquivo no celular ou no computador. O importante é conseguir encontrar depois o que você guardou.</a:t>
            </a:r>
          </a:p>
          <a:p xmlns:a="http://schemas.openxmlformats.org/drawingml/2006/main">
            <a:r>
              <a:t/>
            </a:r>
          </a:p>
          <a:p xmlns:a="http://schemas.openxmlformats.org/drawingml/2006/main">
            <a:r>
              <a:t>Se fizer sentido, registre uma pergunta que você traz para este percurso. Pode ser uma frase, um desenho ou apenas algumas palavras. Você também pode deixar essa pergunta em aberto e voltar a ela depois.</a:t>
            </a:r>
          </a:p>
          <a:p xmlns:a="http://schemas.openxmlformats.org/drawingml/2006/main">
            <a:r>
              <a:t/>
            </a:r>
          </a:p>
          <a:p xmlns:a="http://schemas.openxmlformats.org/drawingml/2006/main">
            <a:r>
              <a:t>Por enquanto, confira se consegue localizar a próxima aula, os materiais e o calendário. Se precisar de mais tempo, pause aqui e retome quando estiver pronto.</a:t>
            </a:r>
          </a:p>
          <a:p xmlns:a="http://schemas.openxmlformats.org/drawingml/2006/main">
            <a:r>
              <a:t/>
            </a:r>
          </a:p>
          <a:p xmlns:a="http://schemas.openxmlformats.org/drawingml/2006/main">
            <a:r>
              <a:t>Na próxima aula, vou mostrar um mapa, uma ficha e uma página do guia de palavras e conceitos. Vamos ver como escolher e usar esses recursos para acompanhar uma situação, respeitando o que já aparece e o que ainda precisa ganhar forma.</a:t>
            </a:r>
          </a:p>
          <a:p xmlns:a="http://schemas.openxmlformats.org/drawingml/2006/main">
            <a:r>
              <a:t/>
            </a:r>
          </a:p>
          <a:p xmlns:a="http://schemas.openxmlformats.org/drawingml/2006/main">
            <a:r>
              <a:t>É por aí que vamos continuar.</a:t>
            </a:r>
          </a:p>
          <a:p xmlns:a="http://schemas.openxmlformats.org/drawingml/2006/main">
            <a:r>
              <a:t/>
            </a:r>
          </a:p>
          <a:p xmlns:a="http://schemas.openxmlformats.org/drawingml/2006/main">
            <a:r>
              <a:t>FONTES DO EDUCADOR</a:t>
            </a:r>
          </a:p>
          <a:p xmlns:a="http://schemas.openxmlformats.org/drawingml/2006/main">
            <a:r>
              <a:t>Raio X vigente; Síntese Integrativa; Integração ao Percurso; diálogo ativo da integração 33. Fontes e limites detalhados no caderno. Exemplo do convite fictício. Espiritualidade como perspectiva autoral; sem exigir adesão ou usar biologia como prova.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77be06d64c547af"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564119d3e4546f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ecbd0adedbb490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a11bf505dbe400d"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f80cd5fbdd84f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2aca9a2adc834c5b"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513780-69DB-4D6E-A2C1-EDD20DC312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F7FA68-6F9A-47EA-AE32-63133ABECF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4FC01C-5F1F-45E5-A0C8-C5DF49952E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8ED016-E6C6-4136-B4E5-D0D8EEC3D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A66F1B-94F4-4D47-873E-D9ABA28C26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4FC77E-A720-497C-8A66-39CC460149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65EE65-2F5F-4D18-9DD4-C269ECF52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13636C-8916-4A74-AABE-DBC99D8A71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53A51-11AC-43D7-97A5-0AA51141A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5F348-9FA8-49BB-9ED5-CDA480B085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acd4cc26c04373" Type="http://schemas.openxmlformats.org/officeDocument/2006/relationships/theme" Target="theme/theme2.xml"/><Relationship Id="R0732b7cfb90d4790" Type="http://schemas.openxmlformats.org/officeDocument/2006/relationships/slideLayout" Target="../slideLayouts/slideLayout5.xml"/><Relationship Id="R36b4a38dc64546a1" Type="http://schemas.openxmlformats.org/officeDocument/2006/relationships/slideLayout" Target="../slideLayouts/slideLayout1.xml"/><Relationship Id="R63b9c95abe4b4d11" Type="http://schemas.openxmlformats.org/officeDocument/2006/relationships/slideLayout" Target="../slideLayouts/slideLayout6.xml"/><Relationship Id="R75e12b013b644c8b" Type="http://schemas.openxmlformats.org/officeDocument/2006/relationships/slideLayout" Target="../slideLayouts/slideLayout4.xml"/><Relationship Id="R93dd6567f21545bd" Type="http://schemas.openxmlformats.org/officeDocument/2006/relationships/slideLayout" Target="../slideLayouts/slideLayout2.xml"/><Relationship Id="Rf43d6e3614ec41cc"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b4a38dc64546a1"/>
    <p:sldLayoutId xmlns:r="http://schemas.openxmlformats.org/officeDocument/2006/relationships" id="2147483650" r:id="R93dd6567f21545bd"/>
    <p:sldLayoutId xmlns:r="http://schemas.openxmlformats.org/officeDocument/2006/relationships" id="2147483651" r:id="Rf43d6e3614ec41cc"/>
    <p:sldLayoutId xmlns:r="http://schemas.openxmlformats.org/officeDocument/2006/relationships" id="2147483652" r:id="R75e12b013b644c8b"/>
    <p:sldLayoutId xmlns:r="http://schemas.openxmlformats.org/officeDocument/2006/relationships" id="2147483653" r:id="R0732b7cfb90d4790"/>
    <p:sldLayoutId xmlns:r="http://schemas.openxmlformats.org/officeDocument/2006/relationships" id="2147483654" r:id="R63b9c95abe4b4d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EB Garamond"/>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7cb9ed0b8d54137" Type="http://schemas.openxmlformats.org/officeDocument/2006/relationships/slideLayout" Target="../slideLayouts/slideLayout6.xml"/><Relationship Id="R77e3c97c0ac4467f" Type="http://schemas.openxmlformats.org/officeDocument/2006/relationships/image" Target="../media/image.png"/><Relationship Id="R8f83f237461e4c37"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77cbca60c26544ab" Type="http://schemas.openxmlformats.org/officeDocument/2006/relationships/image" Target="../media/image2.png"/><Relationship Id="R90cb939b69054874" Type="http://schemas.openxmlformats.org/officeDocument/2006/relationships/notesSlide" Target="../notesSlides/notesSlide2.xml"/><Relationship Id="Ref8e43e64e2f4491" Type="http://schemas.openxmlformats.org/officeDocument/2006/relationships/slideLayout" Target="../slideLayouts/slideLayout6.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60b33dbad4704d34" Type="http://schemas.openxmlformats.org/officeDocument/2006/relationships/slideLayout" Target="../slideLayouts/slideLayout6.xml"/><Relationship Id="R9a8958e594aa463a" Type="http://schemas.openxmlformats.org/officeDocument/2006/relationships/notesSlide" Target="../notesSlides/notesSlide3.xml"/><Relationship Id="Rc8f926c5ed184bb9" Type="http://schemas.openxmlformats.org/officeDocument/2006/relationships/image" Target="../media/image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67a5aaee89ad45f2" Type="http://schemas.openxmlformats.org/officeDocument/2006/relationships/notesSlide" Target="../notesSlides/notesSlide4.xml"/><Relationship Id="R9a200917eb6c4fdc" Type="http://schemas.openxmlformats.org/officeDocument/2006/relationships/slideLayout" Target="../slideLayouts/slideLayout6.xml"/><Relationship Id="Rd4198927fdaf46a2"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9b27582604d24c4d" Type="http://schemas.openxmlformats.org/officeDocument/2006/relationships/notesSlide" Target="../notesSlides/notesSlide5.xml"/><Relationship Id="Rbe90ff95196941a1" Type="http://schemas.openxmlformats.org/officeDocument/2006/relationships/slideLayout" Target="../slideLayouts/slideLayout6.xml"/><Relationship Id="Rdf36d3dcdabf487c" Type="http://schemas.openxmlformats.org/officeDocument/2006/relationships/image" Target="../media/image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1dd55898f29445b4" Type="http://schemas.openxmlformats.org/officeDocument/2006/relationships/notesSlide" Target="../notesSlides/notesSlide6.xml"/><Relationship Id="R99c9e739847d4aa9" Type="http://schemas.openxmlformats.org/officeDocument/2006/relationships/image" Target="../media/image6.png"/><Relationship Id="Ra8e245efdcec406f"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6698eab747184e6e" Type="http://schemas.openxmlformats.org/officeDocument/2006/relationships/image" Target="../media/image7.png"/><Relationship Id="R9aeaf3161fc04d44" Type="http://schemas.openxmlformats.org/officeDocument/2006/relationships/slideLayout" Target="../slideLayouts/slideLayout6.xml"/><Relationship Id="Raedfc8d2d5fd4389" Type="http://schemas.openxmlformats.org/officeDocument/2006/relationships/notesSlide" Target="../notesSlides/notesSlide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5efa517c13734f4b" Type="http://schemas.openxmlformats.org/officeDocument/2006/relationships/slideLayout" Target="../slideLayouts/slideLayout6.xml"/><Relationship Id="R7f090e26adf04c08" Type="http://schemas.openxmlformats.org/officeDocument/2006/relationships/notesSlide" Target="../notesSlides/notesSlide8.xml"/><Relationship Id="Rdb00f80534a84dc3" Type="http://schemas.openxmlformats.org/officeDocument/2006/relationships/image" Target="../media/image8.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6b63ab4b1ccc4755" Type="http://schemas.openxmlformats.org/officeDocument/2006/relationships/image" Target="../media/image9.png"/><Relationship Id="Rcd12377986174e0f" Type="http://schemas.openxmlformats.org/officeDocument/2006/relationships/notesSlide" Target="../notesSlides/notesSlide9.xml"/><Relationship Id="Re872ea13ca5e4236"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6915b6392e794e3c" Type="http://schemas.openxmlformats.org/officeDocument/2006/relationships/image" Target="../media/image10.png"/><Relationship Id="R6a4f213b89904531" Type="http://schemas.openxmlformats.org/officeDocument/2006/relationships/notesSlide" Target="../notesSlides/notesSlide10.xml"/><Relationship Id="Rcc9f666b65ad4b34" Type="http://schemas.openxmlformats.org/officeDocument/2006/relationships/slideLayout" Target="../slideLayouts/slideLayout6.xml"/><Relationship Id="rId4" Type="http://schemas.openxmlformats.org/officeDocument/2006/relationships/image" Target="../media/image14.png"/></Relationships>
</file>

<file path=ppt/slides/slide1.xml><?xml version="1.0" encoding="utf-8"?>
<p:sld xmlns:p="http://schemas.openxmlformats.org/presentationml/2006/main">
  <p:cSld>
    <p:bg xmlns:a="http://schemas.openxmlformats.org/drawingml/2006/main">
      <p:bgPr>
        <a:gradFill rotWithShape="1">
          <a:gsLst>
            <a:gs pos="0">
              <a:srgbClr val="245E78"/>
            </a:gs>
            <a:gs pos="45000">
              <a:srgbClr val="173F52"/>
            </a:gs>
            <a:gs pos="100000">
              <a:srgbClr val="082A45"/>
            </a:gs>
          </a:gsLst>
          <a:lin ang="5400000" scaled="0"/>
        </a:gradFill>
        <a:effectLst/>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8" name="Picture 7" descr="mark_gold.png"/>
          <p:cNvPicPr>
            <a:picLocks noChangeAspect="1"/>
          </p:cNvPicPr>
          <p:nvPr/>
        </p:nvPicPr>
        <p:blipFill>
          <a:blip r:embed="rId4"/>
          <a:stretch>
            <a:fillRect/>
          </a:stretch>
        </p:blipFill>
        <p:spPr>
          <a:xfrm>
            <a:off x="8183879" y="822960"/>
            <a:ext cx="3665726" cy="3794760"/>
          </a:xfrm>
          <a:prstGeom prst="rect">
            <a:avLst/>
          </a:prstGeom>
        </p:spPr>
      </p:pic>
      <p:sp xmlns:a="http://schemas.openxmlformats.org/drawingml/2006/main">
        <p:nvSpPr>
          <p:cNvPr id="9" name="TextBox 8"/>
          <p:cNvSpPr txBox="1"/>
          <p:nvPr/>
        </p:nvSpPr>
        <p:spPr>
          <a:xfrm>
            <a:off x="7498079" y="4800600"/>
            <a:ext cx="5029200" cy="320040"/>
          </a:xfrm>
          <a:prstGeom prst="rect">
            <a:avLst/>
          </a:prstGeom>
          <a:noFill/>
        </p:spPr>
        <p:txBody>
          <a:bodyPr wrap="square" anchor="t" lIns="0" rIns="0" tIns="0" bIns="0">
            <a:noAutofit/>
          </a:bodyPr>
          <a:lstStyle/>
          <a:p>
            <a:pPr algn="ctr"/>
            <a:r>
              <a:rPr sz="1100" b="0" spc="120">
                <a:solidFill>
                  <a:srgbClr val="E9E2D8"/>
                </a:solidFill>
                <a:latin typeface="Inter"/>
                <a:cs typeface="Inter"/>
              </a:rPr>
              <a:t>DA COMPREENSÃO ACUMULADA À MUDANÇA VIVIDA</a:t>
            </a:r>
            <a:endParaRPr sz="1100"/>
          </a:p>
        </p:txBody>
      </p:sp>
      <p:sp>
        <p:nvSpPr>
          <p:cNvPr id="2" name="course">
            <a:extLst xmlns:a="http://schemas.openxmlformats.org/drawingml/2006/main">
              <a:ext uri="{FF2B5EF4-FFF2-40B4-BE49-F238E27FC236}">
                <a16:creationId xmlns:a16="http://schemas.microsoft.com/office/drawing/2014/main" id="{082D331D-4A76-470C-B5E7-C6FE6A075914}"/>
              </a:ext>
            </a:extLst>
          </p:cNvPr>
          <p:cNvSpPr>
            <a:spLocks xmlns:a="http://schemas.openxmlformats.org/drawingml/2006/main" noGrp="1"/>
          </p:cNvSpPr>
          <p:nvPr/>
        </p:nvSpPr>
        <p:spPr>
          <a:xfrm xmlns:a="http://schemas.openxmlformats.org/drawingml/2006/main">
            <a:off x="841248" y="731520"/>
            <a:ext cx="6400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4EFEA"/>
                </a:solidFill>
                <a:latin typeface="Inter"/>
                <a:ea typeface="Inter"/>
                <a:cs typeface="Inter"/>
              </a:defRPr>
            </a:defPPr>
            <a:lvl1pPr>
              <a:defRPr sz="1875" b="0">
                <a:solidFill>
                  <a:srgbClr val="F4EFEA"/>
                </a:solidFill>
                <a:latin typeface="Inter"/>
                <a:ea typeface="Inter"/>
                <a:cs typeface="Inter"/>
              </a:defRPr>
            </a:lvl1pPr>
            <a:lvl2pPr>
              <a:defRPr sz="1875" b="0">
                <a:solidFill>
                  <a:srgbClr val="F4EFEA"/>
                </a:solidFill>
                <a:latin typeface="Inter"/>
                <a:ea typeface="Inter"/>
                <a:cs typeface="Inter"/>
              </a:defRPr>
            </a:lvl2pPr>
            <a:lvl3pPr>
              <a:defRPr sz="1875" b="0">
                <a:solidFill>
                  <a:srgbClr val="F4EFEA"/>
                </a:solidFill>
                <a:latin typeface="Inter"/>
                <a:ea typeface="Inter"/>
                <a:cs typeface="Inter"/>
              </a:defRPr>
            </a:lvl3pPr>
            <a:lvl4pPr>
              <a:defRPr sz="1875" b="0">
                <a:solidFill>
                  <a:srgbClr val="F4EFEA"/>
                </a:solidFill>
                <a:latin typeface="Inter"/>
                <a:ea typeface="Inter"/>
                <a:cs typeface="Inter"/>
              </a:defRPr>
            </a:lvl4pPr>
            <a:lvl5pPr>
              <a:defRPr sz="1875" b="0">
                <a:solidFill>
                  <a:srgbClr val="F4EFEA"/>
                </a:solidFill>
                <a:latin typeface="Inter"/>
                <a:ea typeface="Inter"/>
                <a:cs typeface="Inter"/>
              </a:defRPr>
            </a:lvl5pPr>
            <a:lvl6pPr>
              <a:defRPr sz="1875" b="0">
                <a:solidFill>
                  <a:srgbClr val="F4EFEA"/>
                </a:solidFill>
                <a:latin typeface="Inter"/>
                <a:ea typeface="Inter"/>
                <a:cs typeface="Inter"/>
              </a:defRPr>
            </a:lvl6pPr>
            <a:lvl7pPr>
              <a:defRPr sz="1875" b="0">
                <a:solidFill>
                  <a:srgbClr val="F4EFEA"/>
                </a:solidFill>
                <a:latin typeface="Inter"/>
                <a:ea typeface="Inter"/>
                <a:cs typeface="Inter"/>
              </a:defRPr>
            </a:lvl7pPr>
            <a:lvl8pPr>
              <a:defRPr sz="1875" b="0">
                <a:solidFill>
                  <a:srgbClr val="F4EFEA"/>
                </a:solidFill>
                <a:latin typeface="Inter"/>
                <a:ea typeface="Inter"/>
                <a:cs typeface="Inter"/>
              </a:defRPr>
            </a:lvl8pPr>
            <a:lvl9pPr>
              <a:defRPr sz="1875" b="0">
                <a:solidFill>
                  <a:srgbClr val="F4EFEA"/>
                </a:solidFill>
                <a:latin typeface="Inter"/>
                <a:ea typeface="Inter"/>
                <a:cs typeface="Inter"/>
              </a:defRPr>
            </a:lvl9pPr>
          </a:lstStyle>
          <a:p xmlns:a="http://schemas.openxmlformats.org/drawingml/2006/main">
            <a:pPr algn="l">
              <a:defRPr sz="1875" b="0">
                <a:solidFill>
                  <a:srgbClr val="F4EFEA"/>
                </a:solidFill>
                <a:latin typeface="Inter"/>
                <a:ea typeface="Inter"/>
                <a:cs typeface="Inter"/>
              </a:defRPr>
            </a:pPr>
            <a:r>
              <a:rPr sz="1400" b="1" spc="250">
                <a:solidFill>
                  <a:srgbClr val="C99A64"/>
                </a:solidFill>
                <a:latin typeface="Inter"/>
                <a:cs typeface="Inter"/>
              </a:rPr>
              <a:t>TRADUZINDO O SER HUMANO</a:t>
            </a:r>
            <a:endParaRPr sz="1400"/>
          </a:p>
        </p:txBody>
      </p:sp>
      <p:sp>
        <p:nvSpPr>
          <p:cNvPr id="3" name="title">
            <a:extLst xmlns:a="http://schemas.openxmlformats.org/drawingml/2006/main">
              <a:ext uri="{FF2B5EF4-FFF2-40B4-BE49-F238E27FC236}">
                <a16:creationId xmlns:a16="http://schemas.microsoft.com/office/drawing/2014/main" id="{4591574F-3912-4EA7-BBE0-A145F0550C08}"/>
              </a:ext>
            </a:extLst>
          </p:cNvPr>
          <p:cNvSpPr>
            <a:spLocks xmlns:a="http://schemas.openxmlformats.org/drawingml/2006/main" noGrp="1"/>
          </p:cNvSpPr>
          <p:nvPr/>
        </p:nvSpPr>
        <p:spPr>
          <a:xfrm xmlns:a="http://schemas.openxmlformats.org/drawingml/2006/main">
            <a:off x="841248" y="1325880"/>
            <a:ext cx="667512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4050" b="1">
                <a:solidFill>
                  <a:srgbClr val="F4EFEA"/>
                </a:solidFill>
                <a:latin typeface="Inter"/>
                <a:ea typeface="Inter"/>
                <a:cs typeface="Inter"/>
              </a:defRPr>
            </a:defPPr>
            <a:lvl1pPr>
              <a:defRPr sz="4050" b="1">
                <a:solidFill>
                  <a:srgbClr val="F4EFEA"/>
                </a:solidFill>
                <a:latin typeface="Inter"/>
                <a:ea typeface="Inter"/>
                <a:cs typeface="Inter"/>
              </a:defRPr>
            </a:lvl1pPr>
            <a:lvl2pPr>
              <a:defRPr sz="4050" b="1">
                <a:solidFill>
                  <a:srgbClr val="F4EFEA"/>
                </a:solidFill>
                <a:latin typeface="Inter"/>
                <a:ea typeface="Inter"/>
                <a:cs typeface="Inter"/>
              </a:defRPr>
            </a:lvl2pPr>
            <a:lvl3pPr>
              <a:defRPr sz="4050" b="1">
                <a:solidFill>
                  <a:srgbClr val="F4EFEA"/>
                </a:solidFill>
                <a:latin typeface="Inter"/>
                <a:ea typeface="Inter"/>
                <a:cs typeface="Inter"/>
              </a:defRPr>
            </a:lvl3pPr>
            <a:lvl4pPr>
              <a:defRPr sz="4050" b="1">
                <a:solidFill>
                  <a:srgbClr val="F4EFEA"/>
                </a:solidFill>
                <a:latin typeface="Inter"/>
                <a:ea typeface="Inter"/>
                <a:cs typeface="Inter"/>
              </a:defRPr>
            </a:lvl4pPr>
            <a:lvl5pPr>
              <a:defRPr sz="4050" b="1">
                <a:solidFill>
                  <a:srgbClr val="F4EFEA"/>
                </a:solidFill>
                <a:latin typeface="Inter"/>
                <a:ea typeface="Inter"/>
                <a:cs typeface="Inter"/>
              </a:defRPr>
            </a:lvl5pPr>
            <a:lvl6pPr>
              <a:defRPr sz="4050" b="1">
                <a:solidFill>
                  <a:srgbClr val="F4EFEA"/>
                </a:solidFill>
                <a:latin typeface="Inter"/>
                <a:ea typeface="Inter"/>
                <a:cs typeface="Inter"/>
              </a:defRPr>
            </a:lvl6pPr>
            <a:lvl7pPr>
              <a:defRPr sz="4050" b="1">
                <a:solidFill>
                  <a:srgbClr val="F4EFEA"/>
                </a:solidFill>
                <a:latin typeface="Inter"/>
                <a:ea typeface="Inter"/>
                <a:cs typeface="Inter"/>
              </a:defRPr>
            </a:lvl7pPr>
            <a:lvl8pPr>
              <a:defRPr sz="4050" b="1">
                <a:solidFill>
                  <a:srgbClr val="F4EFEA"/>
                </a:solidFill>
                <a:latin typeface="Inter"/>
                <a:ea typeface="Inter"/>
                <a:cs typeface="Inter"/>
              </a:defRPr>
            </a:lvl8pPr>
            <a:lvl9pPr>
              <a:defRPr sz="4050" b="1">
                <a:solidFill>
                  <a:srgbClr val="F4EFEA"/>
                </a:solidFill>
                <a:latin typeface="Inter"/>
                <a:ea typeface="Inter"/>
                <a:cs typeface="Inter"/>
              </a:defRPr>
            </a:lvl9pPr>
          </a:lstStyle>
          <a:p xmlns:a="http://schemas.openxmlformats.org/drawingml/2006/main">
            <a:pPr algn="l">
              <a:lnSpc>
                <a:spcPct val="92000"/>
              </a:lnSpc>
              <a:defRPr sz="4050" b="1">
                <a:solidFill>
                  <a:srgbClr val="F4EFEA"/>
                </a:solidFill>
                <a:latin typeface="Inter"/>
                <a:ea typeface="Inter"/>
                <a:cs typeface="Inter"/>
              </a:defRPr>
            </a:pPr>
            <a:r>
              <a:rPr sz="6400" b="0">
                <a:solidFill>
                  <a:srgbClr val="FFFFFF"/>
                </a:solidFill>
                <a:latin typeface="EB Garamond"/>
                <a:cs typeface="EB Garamond"/>
              </a:rPr>
              <a:t>Boas-vindas</a:t>
            </a:r>
            <a:endParaRPr sz="6400"/>
          </a:p>
        </p:txBody>
      </p:sp>
      <p:sp>
        <p:nvSpPr>
          <p:cNvPr id="4" name="purpose">
            <a:extLst xmlns:a="http://schemas.openxmlformats.org/drawingml/2006/main">
              <a:ext uri="{FF2B5EF4-FFF2-40B4-BE49-F238E27FC236}">
                <a16:creationId xmlns:a16="http://schemas.microsoft.com/office/drawing/2014/main" id="{2B6EB54F-6221-46C3-811D-E3748FEE9A15}"/>
              </a:ext>
            </a:extLst>
          </p:cNvPr>
          <p:cNvSpPr>
            <a:spLocks xmlns:a="http://schemas.openxmlformats.org/drawingml/2006/main" noGrp="1"/>
          </p:cNvSpPr>
          <p:nvPr/>
        </p:nvSpPr>
        <p:spPr>
          <a:xfrm xmlns:a="http://schemas.openxmlformats.org/drawingml/2006/main">
            <a:off x="868680" y="3383280"/>
            <a:ext cx="640080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4EFEA"/>
                </a:solidFill>
                <a:latin typeface="Inter"/>
                <a:ea typeface="Inter"/>
                <a:cs typeface="Inter"/>
              </a:defRPr>
            </a:defPPr>
            <a:lvl1pPr>
              <a:defRPr sz="2400" b="0">
                <a:solidFill>
                  <a:srgbClr val="F4EFEA"/>
                </a:solidFill>
                <a:latin typeface="Inter"/>
                <a:ea typeface="Inter"/>
                <a:cs typeface="Inter"/>
              </a:defRPr>
            </a:lvl1pPr>
            <a:lvl2pPr>
              <a:defRPr sz="2400" b="0">
                <a:solidFill>
                  <a:srgbClr val="F4EFEA"/>
                </a:solidFill>
                <a:latin typeface="Inter"/>
                <a:ea typeface="Inter"/>
                <a:cs typeface="Inter"/>
              </a:defRPr>
            </a:lvl2pPr>
            <a:lvl3pPr>
              <a:defRPr sz="2400" b="0">
                <a:solidFill>
                  <a:srgbClr val="F4EFEA"/>
                </a:solidFill>
                <a:latin typeface="Inter"/>
                <a:ea typeface="Inter"/>
                <a:cs typeface="Inter"/>
              </a:defRPr>
            </a:lvl3pPr>
            <a:lvl4pPr>
              <a:defRPr sz="2400" b="0">
                <a:solidFill>
                  <a:srgbClr val="F4EFEA"/>
                </a:solidFill>
                <a:latin typeface="Inter"/>
                <a:ea typeface="Inter"/>
                <a:cs typeface="Inter"/>
              </a:defRPr>
            </a:lvl4pPr>
            <a:lvl5pPr>
              <a:defRPr sz="2400" b="0">
                <a:solidFill>
                  <a:srgbClr val="F4EFEA"/>
                </a:solidFill>
                <a:latin typeface="Inter"/>
                <a:ea typeface="Inter"/>
                <a:cs typeface="Inter"/>
              </a:defRPr>
            </a:lvl5pPr>
            <a:lvl6pPr>
              <a:defRPr sz="2400" b="0">
                <a:solidFill>
                  <a:srgbClr val="F4EFEA"/>
                </a:solidFill>
                <a:latin typeface="Inter"/>
                <a:ea typeface="Inter"/>
                <a:cs typeface="Inter"/>
              </a:defRPr>
            </a:lvl6pPr>
            <a:lvl7pPr>
              <a:defRPr sz="2400" b="0">
                <a:solidFill>
                  <a:srgbClr val="F4EFEA"/>
                </a:solidFill>
                <a:latin typeface="Inter"/>
                <a:ea typeface="Inter"/>
                <a:cs typeface="Inter"/>
              </a:defRPr>
            </a:lvl7pPr>
            <a:lvl8pPr>
              <a:defRPr sz="2400" b="0">
                <a:solidFill>
                  <a:srgbClr val="F4EFEA"/>
                </a:solidFill>
                <a:latin typeface="Inter"/>
                <a:ea typeface="Inter"/>
                <a:cs typeface="Inter"/>
              </a:defRPr>
            </a:lvl8pPr>
            <a:lvl9pPr>
              <a:defRPr sz="2400" b="0">
                <a:solidFill>
                  <a:srgbClr val="F4EFEA"/>
                </a:solidFill>
                <a:latin typeface="Inter"/>
                <a:ea typeface="Inter"/>
                <a:cs typeface="Inter"/>
              </a:defRPr>
            </a:lvl9pPr>
          </a:lstStyle>
          <a:p xmlns:a="http://schemas.openxmlformats.org/drawingml/2006/main">
            <a:pPr algn="l">
              <a:lnSpc>
                <a:spcPct val="125000"/>
              </a:lnSpc>
              <a:defRPr sz="2400" b="0">
                <a:solidFill>
                  <a:srgbClr val="F4EFEA"/>
                </a:solidFill>
                <a:latin typeface="Inter"/>
                <a:ea typeface="Inter"/>
                <a:cs typeface="Inter"/>
              </a:defRPr>
            </a:pPr>
            <a:r>
              <a:rPr sz="2100" b="0">
                <a:solidFill>
                  <a:srgbClr val="E9E2D8"/>
                </a:solidFill>
                <a:latin typeface="Inter"/>
                <a:cs typeface="Inter"/>
              </a:rPr>
              <a:t>Compreender a experiência.</a:t>
            </a:r>
            <a:endParaRPr sz="2100"/>
          </a:p>
          <a:p xmlns:a="http://schemas.openxmlformats.org/drawingml/2006/main">
            <a:pPr algn="l">
              <a:lnSpc>
                <a:spcPct val="125000"/>
              </a:lnSpc>
              <a:defRPr sz="2400" b="0">
                <a:solidFill>
                  <a:srgbClr val="F4EFEA"/>
                </a:solidFill>
                <a:latin typeface="Inter"/>
                <a:ea typeface="Inter"/>
                <a:cs typeface="Inter"/>
              </a:defRPr>
            </a:pPr>
            <a:r>
              <a:rPr sz="2100" b="0">
                <a:solidFill>
                  <a:srgbClr val="E9E2D8"/>
                </a:solidFill>
                <a:latin typeface="Inter"/>
                <a:cs typeface="Inter"/>
              </a:rPr>
              <a:t>Construir condições para participar.</a:t>
            </a:r>
            <a:endParaRPr sz="2100"/>
          </a:p>
          <a:p xmlns:a="http://schemas.openxmlformats.org/drawingml/2006/main">
            <a:pPr algn="l">
              <a:lnSpc>
                <a:spcPct val="125000"/>
              </a:lnSpc>
              <a:defRPr sz="2400" b="0">
                <a:solidFill>
                  <a:srgbClr val="F4EFEA"/>
                </a:solidFill>
                <a:latin typeface="Inter"/>
                <a:ea typeface="Inter"/>
                <a:cs typeface="Inter"/>
              </a:defRPr>
            </a:pPr>
            <a:r>
              <a:rPr sz="2100" b="0">
                <a:solidFill>
                  <a:srgbClr val="E9E2D8"/>
                </a:solidFill>
                <a:latin typeface="Inter"/>
                <a:cs typeface="Inter"/>
              </a:rPr>
              <a:t>Cultivar possibilidades de expressão.</a:t>
            </a:r>
            <a:endParaRPr sz="2100"/>
          </a:p>
        </p:txBody>
      </p:sp>
      <p:sp>
        <p:nvSpPr>
          <p:cNvPr id="5" name="author">
            <a:extLst xmlns:a="http://schemas.openxmlformats.org/drawingml/2006/main">
              <a:ext uri="{FF2B5EF4-FFF2-40B4-BE49-F238E27FC236}">
                <a16:creationId xmlns:a16="http://schemas.microsoft.com/office/drawing/2014/main" id="{6C4BBA06-53F8-49BF-A0D5-BA02FDD1803C}"/>
              </a:ext>
            </a:extLst>
          </p:cNvPr>
          <p:cNvSpPr>
            <a:spLocks xmlns:a="http://schemas.openxmlformats.org/drawingml/2006/main" noGrp="1"/>
          </p:cNvSpPr>
          <p:nvPr/>
        </p:nvSpPr>
        <p:spPr>
          <a:xfrm xmlns:a="http://schemas.openxmlformats.org/drawingml/2006/main">
            <a:off x="868680" y="5257800"/>
            <a:ext cx="64008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99A64"/>
                </a:solidFill>
                <a:latin typeface="Inter"/>
                <a:ea typeface="Inter"/>
                <a:cs typeface="Inter"/>
              </a:defRPr>
            </a:defPPr>
            <a:lvl1pPr>
              <a:defRPr sz="1725" b="0">
                <a:solidFill>
                  <a:srgbClr val="C99A64"/>
                </a:solidFill>
                <a:latin typeface="Inter"/>
                <a:ea typeface="Inter"/>
                <a:cs typeface="Inter"/>
              </a:defRPr>
            </a:lvl1pPr>
            <a:lvl2pPr>
              <a:defRPr sz="1725" b="0">
                <a:solidFill>
                  <a:srgbClr val="C99A64"/>
                </a:solidFill>
                <a:latin typeface="Inter"/>
                <a:ea typeface="Inter"/>
                <a:cs typeface="Inter"/>
              </a:defRPr>
            </a:lvl2pPr>
            <a:lvl3pPr>
              <a:defRPr sz="1725" b="0">
                <a:solidFill>
                  <a:srgbClr val="C99A64"/>
                </a:solidFill>
                <a:latin typeface="Inter"/>
                <a:ea typeface="Inter"/>
                <a:cs typeface="Inter"/>
              </a:defRPr>
            </a:lvl3pPr>
            <a:lvl4pPr>
              <a:defRPr sz="1725" b="0">
                <a:solidFill>
                  <a:srgbClr val="C99A64"/>
                </a:solidFill>
                <a:latin typeface="Inter"/>
                <a:ea typeface="Inter"/>
                <a:cs typeface="Inter"/>
              </a:defRPr>
            </a:lvl4pPr>
            <a:lvl5pPr>
              <a:defRPr sz="1725" b="0">
                <a:solidFill>
                  <a:srgbClr val="C99A64"/>
                </a:solidFill>
                <a:latin typeface="Inter"/>
                <a:ea typeface="Inter"/>
                <a:cs typeface="Inter"/>
              </a:defRPr>
            </a:lvl5pPr>
            <a:lvl6pPr>
              <a:defRPr sz="1725" b="0">
                <a:solidFill>
                  <a:srgbClr val="C99A64"/>
                </a:solidFill>
                <a:latin typeface="Inter"/>
                <a:ea typeface="Inter"/>
                <a:cs typeface="Inter"/>
              </a:defRPr>
            </a:lvl6pPr>
            <a:lvl7pPr>
              <a:defRPr sz="1725" b="0">
                <a:solidFill>
                  <a:srgbClr val="C99A64"/>
                </a:solidFill>
                <a:latin typeface="Inter"/>
                <a:ea typeface="Inter"/>
                <a:cs typeface="Inter"/>
              </a:defRPr>
            </a:lvl7pPr>
            <a:lvl8pPr>
              <a:defRPr sz="1725" b="0">
                <a:solidFill>
                  <a:srgbClr val="C99A64"/>
                </a:solidFill>
                <a:latin typeface="Inter"/>
                <a:ea typeface="Inter"/>
                <a:cs typeface="Inter"/>
              </a:defRPr>
            </a:lvl8pPr>
            <a:lvl9pPr>
              <a:defRPr sz="1725" b="0">
                <a:solidFill>
                  <a:srgbClr val="C99A64"/>
                </a:solidFill>
                <a:latin typeface="Inter"/>
                <a:ea typeface="Inter"/>
                <a:cs typeface="Inter"/>
              </a:defRPr>
            </a:lvl9pPr>
          </a:lstStyle>
          <a:p xmlns:a="http://schemas.openxmlformats.org/drawingml/2006/main">
            <a:pPr algn="l">
              <a:lnSpc>
                <a:spcPct val="125000"/>
              </a:lnSpc>
              <a:defRPr sz="1725" b="0">
                <a:solidFill>
                  <a:srgbClr val="C99A64"/>
                </a:solidFill>
                <a:latin typeface="Inter"/>
                <a:ea typeface="Inter"/>
                <a:cs typeface="Inter"/>
              </a:defRPr>
            </a:pPr>
            <a:r>
              <a:rPr sz="1600" b="1">
                <a:solidFill>
                  <a:srgbClr val="C99A64"/>
                </a:solidFill>
                <a:latin typeface="Inter"/>
                <a:cs typeface="Inter"/>
              </a:rPr>
              <a:t>Módulo 0 · Aula 1</a:t>
            </a:r>
            <a:endParaRPr sz="1600"/>
          </a:p>
          <a:p xmlns:a="http://schemas.openxmlformats.org/drawingml/2006/main">
            <a:pPr algn="l">
              <a:lnSpc>
                <a:spcPct val="125000"/>
              </a:lnSpc>
              <a:defRPr sz="1725" b="0">
                <a:solidFill>
                  <a:srgbClr val="C99A64"/>
                </a:solidFill>
                <a:latin typeface="Inter"/>
                <a:ea typeface="Inter"/>
                <a:cs typeface="Inter"/>
              </a:defRPr>
            </a:pPr>
            <a:r>
              <a:rPr sz="1600" b="0">
                <a:solidFill>
                  <a:srgbClr val="E9E2D8"/>
                </a:solidFill>
                <a:latin typeface="Inter"/>
                <a:cs typeface="Inter"/>
              </a:rPr>
              <a:t>Fabiano Deliberalli</a:t>
            </a:r>
            <a:endParaRPr sz="1600"/>
          </a:p>
        </p:txBody>
      </p:sp>
    </p:spTree>
    <p:extLst>
      <p:ext uri="{BB962C8B-B14F-4D97-AF65-F5344CB8AC3E}">
        <p14:creationId xmlns:p14="http://schemas.microsoft.com/office/powerpoint/2010/main" val="451285656"/>
      </p:ext>
    </p:extLst>
  </p:cSld>
  <p:transition spd="med">
    <p:fade/>
  </p:transition>
</p:sld>
</file>

<file path=ppt/slides/slide2.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9" name="Connector 8"/>
          <p:cNvCxnSpPr/>
          <p:nvPr/>
        </p:nvCxnSpPr>
        <p:spPr>
          <a:xfrm>
            <a:off x="914400" y="3394710"/>
            <a:ext cx="0" cy="1668780"/>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7" name="Oval 6"/>
          <p:cNvSpPr/>
          <p:nvPr/>
        </p:nvSpPr>
        <p:spPr>
          <a:xfrm>
            <a:off x="854964" y="3335274"/>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8" name="Oval 7"/>
          <p:cNvSpPr/>
          <p:nvPr/>
        </p:nvSpPr>
        <p:spPr>
          <a:xfrm>
            <a:off x="868680" y="5017770"/>
            <a:ext cx="91440" cy="9144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itle">
            <a:extLst xmlns:a="http://schemas.openxmlformats.org/drawingml/2006/main">
              <a:ext uri="{FF2B5EF4-FFF2-40B4-BE49-F238E27FC236}">
                <a16:creationId xmlns:a16="http://schemas.microsoft.com/office/drawing/2014/main" id="{D97277F6-9B64-4840-8FCF-87454225D9A1}"/>
              </a:ext>
            </a:extLst>
          </p:cNvPr>
          <p:cNvSpPr>
            <a:spLocks xmlns:a="http://schemas.openxmlformats.org/drawingml/2006/main" noGrp="1"/>
          </p:cNvSpPr>
          <p:nvPr/>
        </p:nvSpPr>
        <p:spPr>
          <a:xfrm xmlns:a="http://schemas.openxmlformats.org/drawingml/2006/main">
            <a:off x="841248" y="685800"/>
            <a:ext cx="493776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3800" b="0">
                <a:solidFill>
                  <a:srgbClr val="082A45"/>
                </a:solidFill>
                <a:latin typeface="EB Garamond"/>
                <a:cs typeface="EB Garamond"/>
              </a:rPr>
              <a:t>Uma experiência tem diferentes dimensões</a:t>
            </a:r>
            <a:endParaRPr sz="3800"/>
          </a:p>
        </p:txBody>
      </p:sp>
      <p:sp>
        <p:nvSpPr>
          <p:cNvPr id="3" name="body0">
            <a:extLst xmlns:a="http://schemas.openxmlformats.org/drawingml/2006/main">
              <a:ext uri="{FF2B5EF4-FFF2-40B4-BE49-F238E27FC236}">
                <a16:creationId xmlns:a16="http://schemas.microsoft.com/office/drawing/2014/main" id="{5C9EEC7A-DB1F-46E9-8BB9-5B3745B37529}"/>
              </a:ext>
            </a:extLst>
          </p:cNvPr>
          <p:cNvSpPr>
            <a:spLocks xmlns:a="http://schemas.openxmlformats.org/drawingml/2006/main" noGrp="1"/>
          </p:cNvSpPr>
          <p:nvPr/>
        </p:nvSpPr>
        <p:spPr>
          <a:xfrm xmlns:a="http://schemas.openxmlformats.org/drawingml/2006/main">
            <a:off x="1234440" y="2560320"/>
            <a:ext cx="4526280" cy="16687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Corpo, emoções, pensamentos, relações e espiritualidade.</a:t>
            </a:r>
            <a:endParaRPr sz="2100"/>
          </a:p>
        </p:txBody>
      </p:sp>
      <p:sp>
        <p:nvSpPr>
          <p:cNvPr id="4" name="body1">
            <a:extLst xmlns:a="http://schemas.openxmlformats.org/drawingml/2006/main">
              <a:ext uri="{FF2B5EF4-FFF2-40B4-BE49-F238E27FC236}">
                <a16:creationId xmlns:a16="http://schemas.microsoft.com/office/drawing/2014/main" id="{35CD85F4-EC18-4368-A138-B8D3393B9B16}"/>
              </a:ext>
            </a:extLst>
          </p:cNvPr>
          <p:cNvSpPr>
            <a:spLocks xmlns:a="http://schemas.openxmlformats.org/drawingml/2006/main" noGrp="1"/>
          </p:cNvSpPr>
          <p:nvPr/>
        </p:nvSpPr>
        <p:spPr>
          <a:xfrm xmlns:a="http://schemas.openxmlformats.org/drawingml/2006/main">
            <a:off x="1234440" y="4229100"/>
            <a:ext cx="4526280" cy="16687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História, ambiente e condições de vida participam da mesma experiência.</a:t>
            </a:r>
            <a:endParaRPr sz="2100"/>
          </a:p>
        </p:txBody>
      </p:sp>
      <p:sp>
        <p:nvSpPr>
          <p:cNvPr id="6" name="number">
            <a:extLst xmlns:a="http://schemas.openxmlformats.org/drawingml/2006/main">
              <a:ext uri="{FF2B5EF4-FFF2-40B4-BE49-F238E27FC236}">
                <a16:creationId xmlns:a16="http://schemas.microsoft.com/office/drawing/2014/main" id="{D568ED04-C74F-4179-A901-F49C7FBCFEF3}"/>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02</a:t>
            </a:r>
            <a:endParaRPr sz="1100"/>
          </a:p>
        </p:txBody>
      </p:sp>
      <p:pic xmlns:a="http://schemas.openxmlformats.org/drawingml/2006/main" xmlns:r="http://schemas.openxmlformats.org/officeDocument/2006/relationships">
        <p:nvPicPr>
          <p:cNvPr id="10" name="Picture 9" descr="arvore.png"/>
          <p:cNvPicPr>
            <a:picLocks noChangeAspect="1"/>
          </p:cNvPicPr>
          <p:nvPr/>
        </p:nvPicPr>
        <p:blipFill>
          <a:blip r:embed="rId4"/>
          <a:stretch>
            <a:fillRect/>
          </a:stretch>
        </p:blipFill>
        <p:spPr>
          <a:xfrm>
            <a:off x="5989320" y="457200"/>
            <a:ext cx="5943600" cy="5943600"/>
          </a:xfrm>
          <a:prstGeom prst="rect">
            <a:avLst/>
          </a:prstGeom>
        </p:spPr>
      </p:pic>
    </p:spTree>
    <p:extLst>
      <p:ext uri="{BB962C8B-B14F-4D97-AF65-F5344CB8AC3E}">
        <p14:creationId xmlns:p14="http://schemas.microsoft.com/office/powerpoint/2010/main" val="1464904241"/>
      </p:ext>
    </p:extLst>
  </p:cSld>
  <p:transition spd="med">
    <p:fade/>
  </p:transition>
</p:sld>
</file>

<file path=ppt/slides/slide3.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C74DBC45-FACE-4E80-81A0-C832C6FCFFFA}"/>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Perspectiva espiritual e transpessoal</a:t>
            </a:r>
            <a:endParaRPr sz="4000"/>
          </a:p>
        </p:txBody>
      </p:sp>
      <p:sp>
        <p:nvSpPr>
          <p:cNvPr id="3" name="body0">
            <a:extLst xmlns:a="http://schemas.openxmlformats.org/drawingml/2006/main">
              <a:ext uri="{FF2B5EF4-FFF2-40B4-BE49-F238E27FC236}">
                <a16:creationId xmlns:a16="http://schemas.microsoft.com/office/drawing/2014/main" id="{958F8C3E-91C6-4333-8070-4E950A1AF497}"/>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1">
                <a:solidFill>
                  <a:srgbClr val="245E78"/>
                </a:solidFill>
                <a:latin typeface="Inter"/>
                <a:cs typeface="Inter"/>
              </a:rPr>
              <a:t>Essência</a:t>
            </a:r>
            <a:endParaRPr sz="2300"/>
          </a:p>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Fundamento primordial da vida.</a:t>
            </a:r>
            <a:endParaRPr sz="2300"/>
          </a:p>
        </p:txBody>
      </p:sp>
      <p:sp>
        <p:nvSpPr>
          <p:cNvPr id="4" name="body1">
            <a:extLst xmlns:a="http://schemas.openxmlformats.org/drawingml/2006/main">
              <a:ext uri="{FF2B5EF4-FFF2-40B4-BE49-F238E27FC236}">
                <a16:creationId xmlns:a16="http://schemas.microsoft.com/office/drawing/2014/main" id="{EA88CD82-D5A9-405D-B887-D48CB55F788E}"/>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1">
                <a:solidFill>
                  <a:srgbClr val="245E78"/>
                </a:solidFill>
                <a:latin typeface="Inter"/>
                <a:cs typeface="Inter"/>
              </a:rPr>
              <a:t>Singularidade</a:t>
            </a:r>
            <a:endParaRPr sz="2300"/>
          </a:p>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Expressão própria nas condições da existência.</a:t>
            </a:r>
            <a:endParaRPr sz="2300"/>
          </a:p>
        </p:txBody>
      </p:sp>
      <p:sp>
        <p:nvSpPr>
          <p:cNvPr id="5" name="body2">
            <a:extLst xmlns:a="http://schemas.openxmlformats.org/drawingml/2006/main">
              <a:ext uri="{FF2B5EF4-FFF2-40B4-BE49-F238E27FC236}">
                <a16:creationId xmlns:a16="http://schemas.microsoft.com/office/drawing/2014/main" id="{CB589642-21DE-4548-92E5-F1DA4E61EED2}"/>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Há lugar para diferentes convicções e para a dúvida.</a:t>
            </a:r>
            <a:endParaRPr sz="2300"/>
          </a:p>
        </p:txBody>
      </p:sp>
      <p:sp>
        <p:nvSpPr>
          <p:cNvPr id="7" name="number">
            <a:extLst xmlns:a="http://schemas.openxmlformats.org/drawingml/2006/main">
              <a:ext uri="{FF2B5EF4-FFF2-40B4-BE49-F238E27FC236}">
                <a16:creationId xmlns:a16="http://schemas.microsoft.com/office/drawing/2014/main" id="{2E71415A-001B-43CF-A07F-DB0324D75AC3}"/>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03</a:t>
            </a:r>
            <a:endParaRPr sz="1100"/>
          </a:p>
        </p:txBody>
      </p:sp>
    </p:spTree>
    <p:extLst>
      <p:ext uri="{BB962C8B-B14F-4D97-AF65-F5344CB8AC3E}">
        <p14:creationId xmlns:p14="http://schemas.microsoft.com/office/powerpoint/2010/main" val="930313961"/>
      </p:ext>
    </p:extLst>
  </p:cSld>
  <p:transition spd="med">
    <p:fade/>
  </p:transition>
</p:sld>
</file>

<file path=ppt/slides/slide4.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E284B174-F784-4B04-9F91-8575E5BCFE22}"/>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Traduzir e colocar mapas em diálogo</a:t>
            </a:r>
            <a:endParaRPr sz="4000"/>
          </a:p>
        </p:txBody>
      </p:sp>
      <p:sp>
        <p:nvSpPr>
          <p:cNvPr id="3" name="body0">
            <a:extLst xmlns:a="http://schemas.openxmlformats.org/drawingml/2006/main">
              <a:ext uri="{FF2B5EF4-FFF2-40B4-BE49-F238E27FC236}">
                <a16:creationId xmlns:a16="http://schemas.microsoft.com/office/drawing/2014/main" id="{A87E4AED-EE9B-4485-8E23-678F11711672}"/>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Encontrar formas de reconhecer o vivido e elaborar sentidos ainda pouco claros.</a:t>
            </a:r>
            <a:endParaRPr sz="2300"/>
          </a:p>
        </p:txBody>
      </p:sp>
      <p:sp>
        <p:nvSpPr>
          <p:cNvPr id="4" name="body1">
            <a:extLst xmlns:a="http://schemas.openxmlformats.org/drawingml/2006/main">
              <a:ext uri="{FF2B5EF4-FFF2-40B4-BE49-F238E27FC236}">
                <a16:creationId xmlns:a16="http://schemas.microsoft.com/office/drawing/2014/main" id="{7798E568-7FA6-400F-8BA6-65D499CBBBC6}"/>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Psicologia, biologia, Medicina Chinesa e Grandes Tradições em diálogo.</a:t>
            </a:r>
            <a:endParaRPr sz="2300"/>
          </a:p>
        </p:txBody>
      </p:sp>
      <p:sp>
        <p:nvSpPr>
          <p:cNvPr id="5" name="body2">
            <a:extLst xmlns:a="http://schemas.openxmlformats.org/drawingml/2006/main">
              <a:ext uri="{FF2B5EF4-FFF2-40B4-BE49-F238E27FC236}">
                <a16:creationId xmlns:a16="http://schemas.microsoft.com/office/drawing/2014/main" id="{EBCB0422-07BC-4DE1-814B-B207B6520C7D}"/>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Uma palavra, imagem, gesto ou silêncio pode oferecer um começo.</a:t>
            </a:r>
            <a:endParaRPr sz="2300"/>
          </a:p>
        </p:txBody>
      </p:sp>
      <p:sp>
        <p:nvSpPr>
          <p:cNvPr id="7" name="number">
            <a:extLst xmlns:a="http://schemas.openxmlformats.org/drawingml/2006/main">
              <a:ext uri="{FF2B5EF4-FFF2-40B4-BE49-F238E27FC236}">
                <a16:creationId xmlns:a16="http://schemas.microsoft.com/office/drawing/2014/main" id="{A62380CD-512B-447D-9118-F7E0D235AC69}"/>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04</a:t>
            </a:r>
            <a:endParaRPr sz="1100"/>
          </a:p>
        </p:txBody>
      </p:sp>
    </p:spTree>
    <p:extLst>
      <p:ext uri="{BB962C8B-B14F-4D97-AF65-F5344CB8AC3E}">
        <p14:creationId xmlns:p14="http://schemas.microsoft.com/office/powerpoint/2010/main" val="272200672"/>
      </p:ext>
    </p:extLst>
  </p:cSld>
  <p:transition spd="med">
    <p:fade/>
  </p:transition>
</p:sld>
</file>

<file path=ppt/slides/slide5.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914400" y="3116580"/>
            <a:ext cx="0" cy="2225040"/>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854964" y="3057144"/>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868680" y="4183380"/>
            <a:ext cx="91440" cy="9144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868680" y="5295900"/>
            <a:ext cx="91440" cy="9144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itle">
            <a:extLst xmlns:a="http://schemas.openxmlformats.org/drawingml/2006/main">
              <a:ext uri="{FF2B5EF4-FFF2-40B4-BE49-F238E27FC236}">
                <a16:creationId xmlns:a16="http://schemas.microsoft.com/office/drawing/2014/main" id="{3ADB70B5-5C80-4153-B4FA-3CAB243B74EA}"/>
              </a:ext>
            </a:extLst>
          </p:cNvPr>
          <p:cNvSpPr>
            <a:spLocks xmlns:a="http://schemas.openxmlformats.org/drawingml/2006/main" noGrp="1"/>
          </p:cNvSpPr>
          <p:nvPr/>
        </p:nvSpPr>
        <p:spPr>
          <a:xfrm xmlns:a="http://schemas.openxmlformats.org/drawingml/2006/main">
            <a:off x="841248" y="685800"/>
            <a:ext cx="493776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3800" b="0">
                <a:solidFill>
                  <a:srgbClr val="082A45"/>
                </a:solidFill>
                <a:latin typeface="EB Garamond"/>
                <a:cs typeface="EB Garamond"/>
              </a:rPr>
              <a:t>Como o curso acontece</a:t>
            </a:r>
            <a:endParaRPr sz="3800"/>
          </a:p>
        </p:txBody>
      </p:sp>
      <p:sp>
        <p:nvSpPr>
          <p:cNvPr id="3" name="body0">
            <a:extLst xmlns:a="http://schemas.openxmlformats.org/drawingml/2006/main">
              <a:ext uri="{FF2B5EF4-FFF2-40B4-BE49-F238E27FC236}">
                <a16:creationId xmlns:a16="http://schemas.microsoft.com/office/drawing/2014/main" id="{00BE51D7-F451-4660-B62F-17E79FE42D79}"/>
              </a:ext>
            </a:extLst>
          </p:cNvPr>
          <p:cNvSpPr>
            <a:spLocks xmlns:a="http://schemas.openxmlformats.org/drawingml/2006/main" noGrp="1"/>
          </p:cNvSpPr>
          <p:nvPr/>
        </p:nvSpPr>
        <p:spPr>
          <a:xfrm xmlns:a="http://schemas.openxmlformats.org/drawingml/2006/main">
            <a:off x="1234440" y="256032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9 módulos e 54 aulas progressivas.</a:t>
            </a:r>
            <a:endParaRPr sz="2100"/>
          </a:p>
        </p:txBody>
      </p:sp>
      <p:sp>
        <p:nvSpPr>
          <p:cNvPr id="4" name="body1">
            <a:extLst xmlns:a="http://schemas.openxmlformats.org/drawingml/2006/main">
              <a:ext uri="{FF2B5EF4-FFF2-40B4-BE49-F238E27FC236}">
                <a16:creationId xmlns:a16="http://schemas.microsoft.com/office/drawing/2014/main" id="{9BAA69C6-D3B6-426E-B8E0-1C0D90833F33}"/>
              </a:ext>
            </a:extLst>
          </p:cNvPr>
          <p:cNvSpPr>
            <a:spLocks xmlns:a="http://schemas.openxmlformats.org/drawingml/2006/main" noGrp="1"/>
          </p:cNvSpPr>
          <p:nvPr/>
        </p:nvSpPr>
        <p:spPr>
          <a:xfrm xmlns:a="http://schemas.openxmlformats.org/drawingml/2006/main">
            <a:off x="1234440" y="367284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Um ano de acesso ao conteúdo.</a:t>
            </a:r>
            <a:endParaRPr sz="2100"/>
          </a:p>
        </p:txBody>
      </p:sp>
      <p:sp>
        <p:nvSpPr>
          <p:cNvPr id="5" name="body2">
            <a:extLst xmlns:a="http://schemas.openxmlformats.org/drawingml/2006/main">
              <a:ext uri="{FF2B5EF4-FFF2-40B4-BE49-F238E27FC236}">
                <a16:creationId xmlns:a16="http://schemas.microsoft.com/office/drawing/2014/main" id="{886D2C68-69E8-418B-9E3E-BB69879A8BBD}"/>
              </a:ext>
            </a:extLst>
          </p:cNvPr>
          <p:cNvSpPr>
            <a:spLocks xmlns:a="http://schemas.openxmlformats.org/drawingml/2006/main" noGrp="1"/>
          </p:cNvSpPr>
          <p:nvPr/>
        </p:nvSpPr>
        <p:spPr>
          <a:xfrm xmlns:a="http://schemas.openxmlformats.org/drawingml/2006/main">
            <a:off x="1234440" y="478536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M0 apresenta o percurso, os materiais e as condições para começar.</a:t>
            </a:r>
            <a:endParaRPr sz="2100"/>
          </a:p>
        </p:txBody>
      </p:sp>
      <p:sp>
        <p:nvSpPr>
          <p:cNvPr id="7" name="number">
            <a:extLst xmlns:a="http://schemas.openxmlformats.org/drawingml/2006/main">
              <a:ext uri="{FF2B5EF4-FFF2-40B4-BE49-F238E27FC236}">
                <a16:creationId xmlns:a16="http://schemas.microsoft.com/office/drawing/2014/main" id="{4D4B0E5B-821A-4F16-9CE1-4763A5A33095}"/>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05</a:t>
            </a:r>
            <a:endParaRPr sz="1100"/>
          </a:p>
        </p:txBody>
      </p:sp>
      <p:pic xmlns:a="http://schemas.openxmlformats.org/drawingml/2006/main" xmlns:r="http://schemas.openxmlformats.org/officeDocument/2006/relationships">
        <p:nvPicPr>
          <p:cNvPr id="12" name="Picture 11" descr="espiral.png"/>
          <p:cNvPicPr>
            <a:picLocks noChangeAspect="1"/>
          </p:cNvPicPr>
          <p:nvPr/>
        </p:nvPicPr>
        <p:blipFill>
          <a:blip r:embed="rId4"/>
          <a:stretch>
            <a:fillRect/>
          </a:stretch>
        </p:blipFill>
        <p:spPr>
          <a:xfrm>
            <a:off x="5989320" y="457200"/>
            <a:ext cx="5943600" cy="5943600"/>
          </a:xfrm>
          <a:prstGeom prst="rect">
            <a:avLst/>
          </a:prstGeom>
        </p:spPr>
      </p:pic>
    </p:spTree>
    <p:extLst>
      <p:ext uri="{BB962C8B-B14F-4D97-AF65-F5344CB8AC3E}">
        <p14:creationId xmlns:p14="http://schemas.microsoft.com/office/powerpoint/2010/main" val="271237742"/>
      </p:ext>
    </p:extLst>
  </p:cSld>
  <p:transition spd="med">
    <p:fade/>
  </p:transition>
</p:sld>
</file>

<file path=ppt/slides/slide6.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9F4B1832-81E5-4C7D-97AF-3DA6E828BA26}"/>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Encontros e continuidade</a:t>
            </a:r>
            <a:endParaRPr sz="4000"/>
          </a:p>
        </p:txBody>
      </p:sp>
      <p:sp>
        <p:nvSpPr>
          <p:cNvPr id="3" name="body0">
            <a:extLst xmlns:a="http://schemas.openxmlformats.org/drawingml/2006/main">
              <a:ext uri="{FF2B5EF4-FFF2-40B4-BE49-F238E27FC236}">
                <a16:creationId xmlns:a16="http://schemas.microsoft.com/office/drawing/2014/main" id="{38F0BD61-9C8A-4FFA-82AD-5E2CD15715CF}"/>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8 encontros ao vivo de 2 horas pelo Zoom.</a:t>
            </a:r>
            <a:endParaRPr sz="2300"/>
          </a:p>
        </p:txBody>
      </p:sp>
      <p:sp>
        <p:nvSpPr>
          <p:cNvPr id="4" name="body1">
            <a:extLst xmlns:a="http://schemas.openxmlformats.org/drawingml/2006/main">
              <a:ext uri="{FF2B5EF4-FFF2-40B4-BE49-F238E27FC236}">
                <a16:creationId xmlns:a16="http://schemas.microsoft.com/office/drawing/2014/main" id="{D864D6F2-CC0D-401E-B615-D04A3F8AA17E}"/>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Primeira hora: dúvidas.</a:t>
            </a:r>
            <a:endParaRPr sz="2300"/>
          </a:p>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Segunda hora: prática orientada.</a:t>
            </a:r>
            <a:endParaRPr sz="2300"/>
          </a:p>
        </p:txBody>
      </p:sp>
      <p:sp>
        <p:nvSpPr>
          <p:cNvPr id="5" name="body2">
            <a:extLst xmlns:a="http://schemas.openxmlformats.org/drawingml/2006/main">
              <a:ext uri="{FF2B5EF4-FFF2-40B4-BE49-F238E27FC236}">
                <a16:creationId xmlns:a16="http://schemas.microsoft.com/office/drawing/2014/main" id="{3F2008B5-FD6C-4E54-979E-6D2767C09535}"/>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Link no grupo de WhatsApp.</a:t>
            </a:r>
            <a:endParaRPr sz="2300"/>
          </a:p>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Gravação posterior na Hotmart.</a:t>
            </a:r>
            <a:endParaRPr sz="2300"/>
          </a:p>
        </p:txBody>
      </p:sp>
      <p:sp>
        <p:nvSpPr>
          <p:cNvPr id="7" name="number">
            <a:extLst xmlns:a="http://schemas.openxmlformats.org/drawingml/2006/main">
              <a:ext uri="{FF2B5EF4-FFF2-40B4-BE49-F238E27FC236}">
                <a16:creationId xmlns:a16="http://schemas.microsoft.com/office/drawing/2014/main" id="{7168592B-AF57-461F-B0CB-2A872788C2D1}"/>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06</a:t>
            </a:r>
            <a:endParaRPr sz="1100"/>
          </a:p>
        </p:txBody>
      </p:sp>
    </p:spTree>
    <p:extLst>
      <p:ext uri="{BB962C8B-B14F-4D97-AF65-F5344CB8AC3E}">
        <p14:creationId xmlns:p14="http://schemas.microsoft.com/office/powerpoint/2010/main" val="1933632229"/>
      </p:ext>
    </p:extLst>
  </p:cSld>
  <p:transition spd="med">
    <p:fade/>
  </p:transition>
</p:sld>
</file>

<file path=ppt/slides/slide7.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665BC792-D09D-4589-B08D-CBAF965EE6E1}"/>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Formas de participar</a:t>
            </a:r>
            <a:endParaRPr sz="4000"/>
          </a:p>
        </p:txBody>
      </p:sp>
      <p:sp>
        <p:nvSpPr>
          <p:cNvPr id="3" name="body0">
            <a:extLst xmlns:a="http://schemas.openxmlformats.org/drawingml/2006/main">
              <a:ext uri="{FF2B5EF4-FFF2-40B4-BE49-F238E27FC236}">
                <a16:creationId xmlns:a16="http://schemas.microsoft.com/office/drawing/2014/main" id="{3D0ECFFF-C367-448A-8296-EA02870A4CA1}"/>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Você pode pausar e rever uma aula.</a:t>
            </a:r>
            <a:endParaRPr sz="2300"/>
          </a:p>
        </p:txBody>
      </p:sp>
      <p:sp>
        <p:nvSpPr>
          <p:cNvPr id="4" name="body1">
            <a:extLst xmlns:a="http://schemas.openxmlformats.org/drawingml/2006/main">
              <a:ext uri="{FF2B5EF4-FFF2-40B4-BE49-F238E27FC236}">
                <a16:creationId xmlns:a16="http://schemas.microsoft.com/office/drawing/2014/main" id="{C80AC3FE-8BE9-4D37-A9BC-667F320492F3}"/>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Registros em palavras, desenho ou áudio.</a:t>
            </a:r>
            <a:endParaRPr sz="2300"/>
          </a:p>
        </p:txBody>
      </p:sp>
      <p:sp>
        <p:nvSpPr>
          <p:cNvPr id="5" name="body2">
            <a:extLst xmlns:a="http://schemas.openxmlformats.org/drawingml/2006/main">
              <a:ext uri="{FF2B5EF4-FFF2-40B4-BE49-F238E27FC236}">
                <a16:creationId xmlns:a16="http://schemas.microsoft.com/office/drawing/2014/main" id="{E8BBD05F-0E08-4862-99A8-ACB81C11BB1A}"/>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Compartilhar é uma escolha.</a:t>
            </a:r>
            <a:endParaRPr sz="2300"/>
          </a:p>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Exemplos fictícios também permitem aprender.</a:t>
            </a:r>
            <a:endParaRPr sz="2300"/>
          </a:p>
        </p:txBody>
      </p:sp>
      <p:sp>
        <p:nvSpPr>
          <p:cNvPr id="7" name="number">
            <a:extLst xmlns:a="http://schemas.openxmlformats.org/drawingml/2006/main">
              <a:ext uri="{FF2B5EF4-FFF2-40B4-BE49-F238E27FC236}">
                <a16:creationId xmlns:a16="http://schemas.microsoft.com/office/drawing/2014/main" id="{9FADAB97-90FB-40FA-9CC7-5215DC1B2B1E}"/>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07</a:t>
            </a:r>
            <a:endParaRPr sz="1100"/>
          </a:p>
        </p:txBody>
      </p:sp>
    </p:spTree>
    <p:extLst>
      <p:ext uri="{BB962C8B-B14F-4D97-AF65-F5344CB8AC3E}">
        <p14:creationId xmlns:p14="http://schemas.microsoft.com/office/powerpoint/2010/main" val="976380594"/>
      </p:ext>
    </p:extLst>
  </p:cSld>
  <p:transition spd="med">
    <p:fade/>
  </p:transition>
</p:sld>
</file>

<file path=ppt/slides/slide8.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9C2B12E3-022F-48D4-9B54-8AC3B0316623}"/>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4000" b="0">
                <a:solidFill>
                  <a:srgbClr val="082A45"/>
                </a:solidFill>
                <a:latin typeface="EB Garamond"/>
                <a:cs typeface="EB Garamond"/>
              </a:rPr>
              <a:t>Alcance e apoios</a:t>
            </a:r>
            <a:endParaRPr sz="4000"/>
          </a:p>
        </p:txBody>
      </p:sp>
      <p:sp>
        <p:nvSpPr>
          <p:cNvPr id="3" name="body0">
            <a:extLst xmlns:a="http://schemas.openxmlformats.org/drawingml/2006/main">
              <a:ext uri="{FF2B5EF4-FFF2-40B4-BE49-F238E27FC236}">
                <a16:creationId xmlns:a16="http://schemas.microsoft.com/office/drawing/2014/main" id="{11E07A44-7FD6-46C9-AC53-D80BD052FF96}"/>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O TSH é uma formação educacional.</a:t>
            </a:r>
            <a:endParaRPr sz="2300"/>
          </a:p>
        </p:txBody>
      </p:sp>
      <p:sp>
        <p:nvSpPr>
          <p:cNvPr id="4" name="body1">
            <a:extLst xmlns:a="http://schemas.openxmlformats.org/drawingml/2006/main">
              <a:ext uri="{FF2B5EF4-FFF2-40B4-BE49-F238E27FC236}">
                <a16:creationId xmlns:a16="http://schemas.microsoft.com/office/drawing/2014/main" id="{703820F2-98C8-4EB2-99F3-050FDB274588}"/>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Acompanhamentos individuais podem oferecer outros cuidados.</a:t>
            </a:r>
            <a:endParaRPr sz="2300"/>
          </a:p>
        </p:txBody>
      </p:sp>
      <p:sp>
        <p:nvSpPr>
          <p:cNvPr id="5" name="body2">
            <a:extLst xmlns:a="http://schemas.openxmlformats.org/drawingml/2006/main">
              <a:ext uri="{FF2B5EF4-FFF2-40B4-BE49-F238E27FC236}">
                <a16:creationId xmlns:a16="http://schemas.microsoft.com/office/drawing/2014/main" id="{92366BBB-9713-4BC2-9AA5-AEFD6517144D}"/>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8000"/>
              </a:lnSpc>
              <a:spcAft>
                <a:spcPts val="400"/>
              </a:spcAft>
              <a:defRPr sz="2325" b="0">
                <a:solidFill>
                  <a:srgbClr val="082A45"/>
                </a:solidFill>
                <a:latin typeface="Inter"/>
                <a:ea typeface="Inter"/>
                <a:cs typeface="Inter"/>
              </a:defRPr>
            </a:pPr>
            <a:r>
              <a:rPr sz="2300" b="0">
                <a:solidFill>
                  <a:srgbClr val="173F52"/>
                </a:solidFill>
                <a:latin typeface="Inter"/>
                <a:cs typeface="Inter"/>
              </a:rPr>
              <a:t>Reconhecer limites e buscar apoio faz parte da autonomia.</a:t>
            </a:r>
            <a:endParaRPr sz="2300"/>
          </a:p>
        </p:txBody>
      </p:sp>
      <p:sp>
        <p:nvSpPr>
          <p:cNvPr id="7" name="number">
            <a:extLst xmlns:a="http://schemas.openxmlformats.org/drawingml/2006/main">
              <a:ext uri="{FF2B5EF4-FFF2-40B4-BE49-F238E27FC236}">
                <a16:creationId xmlns:a16="http://schemas.microsoft.com/office/drawing/2014/main" id="{5E1BB8D5-5B23-4737-BC8B-621921C01788}"/>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08</a:t>
            </a:r>
            <a:endParaRPr sz="1100"/>
          </a:p>
        </p:txBody>
      </p:sp>
    </p:spTree>
    <p:extLst>
      <p:ext uri="{BB962C8B-B14F-4D97-AF65-F5344CB8AC3E}">
        <p14:creationId xmlns:p14="http://schemas.microsoft.com/office/powerpoint/2010/main" val="300904625"/>
      </p:ext>
    </p:extLst>
  </p:cSld>
  <p:transition spd="med">
    <p:fade/>
  </p:transition>
</p:sld>
</file>

<file path=ppt/slides/slide9.xml><?xml version="1.0" encoding="utf-8"?>
<p:sld xmlns:p="http://schemas.openxmlformats.org/presentationml/2006/main">
  <p:cSld>
    <p:bg>
      <p:bgPr>
        <a:solidFill xmlns:a="http://schemas.openxmlformats.org/drawingml/2006/main">
          <a:srgbClr val="F4EFEA"/>
        </a:solidFill>
      </p:bgPr>
    </p:bg>
    <p:spTree>
      <p:nvGrpSpPr>
        <p:cNvPr id="1" name=""/>
        <p:cNvGrpSpPr/>
        <p:nvPr/>
      </p:nvGrpSpPr>
      <p:grpSpPr>
        <a:xfrm xmlns:a="http://schemas.openxmlformats.org/drawingml/2006/main"/>
      </p:grpSpPr>
      <p:cxnSp xmlns:a="http://schemas.openxmlformats.org/drawingml/2006/main">
        <p:nvCxnSpPr>
          <p:cNvPr id="12" name="Connector 11"/>
          <p:cNvCxnSpPr/>
          <p:nvPr/>
        </p:nvCxnSpPr>
        <p:spPr>
          <a:xfrm>
            <a:off x="914400" y="3116580"/>
            <a:ext cx="0" cy="2225040"/>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 name="Oval 8"/>
          <p:cNvSpPr/>
          <p:nvPr/>
        </p:nvSpPr>
        <p:spPr>
          <a:xfrm>
            <a:off x="854964" y="3057144"/>
            <a:ext cx="118872" cy="118872"/>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868680" y="4183380"/>
            <a:ext cx="91440" cy="9144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1" name="Oval 10"/>
          <p:cNvSpPr/>
          <p:nvPr/>
        </p:nvSpPr>
        <p:spPr>
          <a:xfrm>
            <a:off x="868680" y="5295900"/>
            <a:ext cx="91440" cy="9144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3" name="Rounded Rectangle 12"/>
          <p:cNvSpPr/>
          <p:nvPr/>
        </p:nvSpPr>
        <p:spPr>
          <a:xfrm>
            <a:off x="6172200" y="914400"/>
            <a:ext cx="5166360" cy="4846320"/>
          </a:xfrm>
          <a:prstGeom prst="roundRect">
            <a:avLst>
              <a:gd name="adj" fmla="val 3000"/>
            </a:avLst>
          </a:prstGeom>
          <a:solidFill>
            <a:srgbClr val="FBF8F4"/>
          </a:solidFill>
          <a:ln w="9525">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4" name="Picture 13" descr="sym_blue.png"/>
          <p:cNvPicPr>
            <a:picLocks noChangeAspect="1"/>
          </p:cNvPicPr>
          <p:nvPr/>
        </p:nvPicPr>
        <p:blipFill>
          <a:blip r:embed="rId4"/>
          <a:stretch>
            <a:fillRect/>
          </a:stretch>
        </p:blipFill>
        <p:spPr>
          <a:xfrm>
            <a:off x="11301984" y="6144768"/>
            <a:ext cx="415447" cy="457200"/>
          </a:xfrm>
          <a:prstGeom prst="rect">
            <a:avLst/>
          </a:prstGeom>
        </p:spPr>
      </p:pic>
      <p:sp>
        <p:nvSpPr>
          <p:cNvPr id="2" name="title">
            <a:extLst xmlns:a="http://schemas.openxmlformats.org/drawingml/2006/main">
              <a:ext uri="{FF2B5EF4-FFF2-40B4-BE49-F238E27FC236}">
                <a16:creationId xmlns:a16="http://schemas.microsoft.com/office/drawing/2014/main" id="{0AB5F79F-E0B5-430C-83CB-13967C87D0F7}"/>
              </a:ext>
            </a:extLst>
          </p:cNvPr>
          <p:cNvSpPr>
            <a:spLocks xmlns:a="http://schemas.openxmlformats.org/drawingml/2006/main" noGrp="1"/>
          </p:cNvSpPr>
          <p:nvPr/>
        </p:nvSpPr>
        <p:spPr>
          <a:xfrm xmlns:a="http://schemas.openxmlformats.org/drawingml/2006/main">
            <a:off x="841248" y="685800"/>
            <a:ext cx="493776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Autofit/>
          </a:bodyPr>
          <a:lstStyle xmlns:a="http://schemas.openxmlformats.org/drawingml/2006/main">
            <a:defPPr>
              <a:defRPr sz="2850" b="1">
                <a:solidFill>
                  <a:srgbClr val="082A45"/>
                </a:solidFill>
                <a:latin typeface="Inter"/>
                <a:ea typeface="Inter"/>
                <a:cs typeface="Inter"/>
              </a:defRPr>
            </a:defPPr>
            <a:lvl1pPr>
              <a:defRPr sz="2850" b="1">
                <a:solidFill>
                  <a:srgbClr val="082A45"/>
                </a:solidFill>
                <a:latin typeface="Inter"/>
                <a:ea typeface="Inter"/>
                <a:cs typeface="Inter"/>
              </a:defRPr>
            </a:lvl1pPr>
            <a:lvl2pPr>
              <a:defRPr sz="2850" b="1">
                <a:solidFill>
                  <a:srgbClr val="082A45"/>
                </a:solidFill>
                <a:latin typeface="Inter"/>
                <a:ea typeface="Inter"/>
                <a:cs typeface="Inter"/>
              </a:defRPr>
            </a:lvl2pPr>
            <a:lvl3pPr>
              <a:defRPr sz="2850" b="1">
                <a:solidFill>
                  <a:srgbClr val="082A45"/>
                </a:solidFill>
                <a:latin typeface="Inter"/>
                <a:ea typeface="Inter"/>
                <a:cs typeface="Inter"/>
              </a:defRPr>
            </a:lvl3pPr>
            <a:lvl4pPr>
              <a:defRPr sz="2850" b="1">
                <a:solidFill>
                  <a:srgbClr val="082A45"/>
                </a:solidFill>
                <a:latin typeface="Inter"/>
                <a:ea typeface="Inter"/>
                <a:cs typeface="Inter"/>
              </a:defRPr>
            </a:lvl4pPr>
            <a:lvl5pPr>
              <a:defRPr sz="2850" b="1">
                <a:solidFill>
                  <a:srgbClr val="082A45"/>
                </a:solidFill>
                <a:latin typeface="Inter"/>
                <a:ea typeface="Inter"/>
                <a:cs typeface="Inter"/>
              </a:defRPr>
            </a:lvl5pPr>
            <a:lvl6pPr>
              <a:defRPr sz="2850" b="1">
                <a:solidFill>
                  <a:srgbClr val="082A45"/>
                </a:solidFill>
                <a:latin typeface="Inter"/>
                <a:ea typeface="Inter"/>
                <a:cs typeface="Inter"/>
              </a:defRPr>
            </a:lvl6pPr>
            <a:lvl7pPr>
              <a:defRPr sz="2850" b="1">
                <a:solidFill>
                  <a:srgbClr val="082A45"/>
                </a:solidFill>
                <a:latin typeface="Inter"/>
                <a:ea typeface="Inter"/>
                <a:cs typeface="Inter"/>
              </a:defRPr>
            </a:lvl7pPr>
            <a:lvl8pPr>
              <a:defRPr sz="2850" b="1">
                <a:solidFill>
                  <a:srgbClr val="082A45"/>
                </a:solidFill>
                <a:latin typeface="Inter"/>
                <a:ea typeface="Inter"/>
                <a:cs typeface="Inter"/>
              </a:defRPr>
            </a:lvl8pPr>
            <a:lvl9pPr>
              <a:defRPr sz="2850" b="1">
                <a:solidFill>
                  <a:srgbClr val="082A45"/>
                </a:solidFill>
                <a:latin typeface="Inter"/>
                <a:ea typeface="Inter"/>
                <a:cs typeface="Inter"/>
              </a:defRPr>
            </a:lvl9pPr>
          </a:lstStyle>
          <a:p xmlns:a="http://schemas.openxmlformats.org/drawingml/2006/main">
            <a:pPr algn="l">
              <a:lnSpc>
                <a:spcPct val="95000"/>
              </a:lnSpc>
              <a:defRPr sz="2850" b="1">
                <a:solidFill>
                  <a:srgbClr val="082A45"/>
                </a:solidFill>
                <a:latin typeface="Inter"/>
                <a:ea typeface="Inter"/>
                <a:cs typeface="Inter"/>
              </a:defRPr>
            </a:pPr>
            <a:r>
              <a:rPr sz="3800" b="0">
                <a:solidFill>
                  <a:srgbClr val="082A45"/>
                </a:solidFill>
                <a:latin typeface="EB Garamond"/>
                <a:cs typeface="EB Garamond"/>
              </a:rPr>
              <a:t>Onde encontrar o que você precisa</a:t>
            </a:r>
            <a:endParaRPr sz="3800"/>
          </a:p>
        </p:txBody>
      </p:sp>
      <p:sp>
        <p:nvSpPr>
          <p:cNvPr id="3" name="body0">
            <a:extLst xmlns:a="http://schemas.openxmlformats.org/drawingml/2006/main">
              <a:ext uri="{FF2B5EF4-FFF2-40B4-BE49-F238E27FC236}">
                <a16:creationId xmlns:a16="http://schemas.microsoft.com/office/drawing/2014/main" id="{BBA0BACB-1D09-4234-988D-064DFE56FFB5}"/>
              </a:ext>
            </a:extLst>
          </p:cNvPr>
          <p:cNvSpPr>
            <a:spLocks xmlns:a="http://schemas.openxmlformats.org/drawingml/2006/main" noGrp="1"/>
          </p:cNvSpPr>
          <p:nvPr/>
        </p:nvSpPr>
        <p:spPr>
          <a:xfrm xmlns:a="http://schemas.openxmlformats.org/drawingml/2006/main">
            <a:off x="1234440" y="256032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Sequência e próxima aula.</a:t>
            </a:r>
            <a:endParaRPr sz="2100"/>
          </a:p>
        </p:txBody>
      </p:sp>
      <p:sp>
        <p:nvSpPr>
          <p:cNvPr id="4" name="body1">
            <a:extLst xmlns:a="http://schemas.openxmlformats.org/drawingml/2006/main">
              <a:ext uri="{FF2B5EF4-FFF2-40B4-BE49-F238E27FC236}">
                <a16:creationId xmlns:a16="http://schemas.microsoft.com/office/drawing/2014/main" id="{D2598AA5-D766-4B10-8786-0027629FFA37}"/>
              </a:ext>
            </a:extLst>
          </p:cNvPr>
          <p:cNvSpPr>
            <a:spLocks xmlns:a="http://schemas.openxmlformats.org/drawingml/2006/main" noGrp="1"/>
          </p:cNvSpPr>
          <p:nvPr/>
        </p:nvSpPr>
        <p:spPr>
          <a:xfrm xmlns:a="http://schemas.openxmlformats.org/drawingml/2006/main">
            <a:off x="1234440" y="367284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Materiais e referências.</a:t>
            </a:r>
            <a:endParaRPr sz="2100"/>
          </a:p>
        </p:txBody>
      </p:sp>
      <p:sp>
        <p:nvSpPr>
          <p:cNvPr id="5" name="body2">
            <a:extLst xmlns:a="http://schemas.openxmlformats.org/drawingml/2006/main">
              <a:ext uri="{FF2B5EF4-FFF2-40B4-BE49-F238E27FC236}">
                <a16:creationId xmlns:a16="http://schemas.microsoft.com/office/drawing/2014/main" id="{884BC0E2-DA7B-4362-AEB8-4D815BE0C0DE}"/>
              </a:ext>
            </a:extLst>
          </p:cNvPr>
          <p:cNvSpPr>
            <a:spLocks xmlns:a="http://schemas.openxmlformats.org/drawingml/2006/main" noGrp="1"/>
          </p:cNvSpPr>
          <p:nvPr/>
        </p:nvSpPr>
        <p:spPr>
          <a:xfrm xmlns:a="http://schemas.openxmlformats.org/drawingml/2006/main">
            <a:off x="1234440" y="4785360"/>
            <a:ext cx="452628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082A45"/>
                </a:solidFill>
                <a:latin typeface="Inter"/>
                <a:ea typeface="Inter"/>
                <a:cs typeface="Inter"/>
              </a:defRPr>
            </a:defPPr>
            <a:lvl1pPr>
              <a:defRPr sz="2325" b="0">
                <a:solidFill>
                  <a:srgbClr val="082A45"/>
                </a:solidFill>
                <a:latin typeface="Inter"/>
                <a:ea typeface="Inter"/>
                <a:cs typeface="Inter"/>
              </a:defRPr>
            </a:lvl1pPr>
            <a:lvl2pPr>
              <a:defRPr sz="2325" b="0">
                <a:solidFill>
                  <a:srgbClr val="082A45"/>
                </a:solidFill>
                <a:latin typeface="Inter"/>
                <a:ea typeface="Inter"/>
                <a:cs typeface="Inter"/>
              </a:defRPr>
            </a:lvl2pPr>
            <a:lvl3pPr>
              <a:defRPr sz="2325" b="0">
                <a:solidFill>
                  <a:srgbClr val="082A45"/>
                </a:solidFill>
                <a:latin typeface="Inter"/>
                <a:ea typeface="Inter"/>
                <a:cs typeface="Inter"/>
              </a:defRPr>
            </a:lvl3pPr>
            <a:lvl4pPr>
              <a:defRPr sz="2325" b="0">
                <a:solidFill>
                  <a:srgbClr val="082A45"/>
                </a:solidFill>
                <a:latin typeface="Inter"/>
                <a:ea typeface="Inter"/>
                <a:cs typeface="Inter"/>
              </a:defRPr>
            </a:lvl4pPr>
            <a:lvl5pPr>
              <a:defRPr sz="2325" b="0">
                <a:solidFill>
                  <a:srgbClr val="082A45"/>
                </a:solidFill>
                <a:latin typeface="Inter"/>
                <a:ea typeface="Inter"/>
                <a:cs typeface="Inter"/>
              </a:defRPr>
            </a:lvl5pPr>
            <a:lvl6pPr>
              <a:defRPr sz="2325" b="0">
                <a:solidFill>
                  <a:srgbClr val="082A45"/>
                </a:solidFill>
                <a:latin typeface="Inter"/>
                <a:ea typeface="Inter"/>
                <a:cs typeface="Inter"/>
              </a:defRPr>
            </a:lvl6pPr>
            <a:lvl7pPr>
              <a:defRPr sz="2325" b="0">
                <a:solidFill>
                  <a:srgbClr val="082A45"/>
                </a:solidFill>
                <a:latin typeface="Inter"/>
                <a:ea typeface="Inter"/>
                <a:cs typeface="Inter"/>
              </a:defRPr>
            </a:lvl7pPr>
            <a:lvl8pPr>
              <a:defRPr sz="2325" b="0">
                <a:solidFill>
                  <a:srgbClr val="082A45"/>
                </a:solidFill>
                <a:latin typeface="Inter"/>
                <a:ea typeface="Inter"/>
                <a:cs typeface="Inter"/>
              </a:defRPr>
            </a:lvl8pPr>
            <a:lvl9pPr>
              <a:defRPr sz="2325" b="0">
                <a:solidFill>
                  <a:srgbClr val="082A45"/>
                </a:solidFill>
                <a:latin typeface="Inter"/>
                <a:ea typeface="Inter"/>
                <a:cs typeface="Inter"/>
              </a:defRPr>
            </a:lvl9pPr>
          </a:lstStyle>
          <a:p xmlns:a="http://schemas.openxmlformats.org/drawingml/2006/main">
            <a:pPr algn="l">
              <a:lnSpc>
                <a:spcPct val="115000"/>
              </a:lnSpc>
              <a:spcAft>
                <a:spcPts val="300"/>
              </a:spcAft>
              <a:defRPr sz="2325" b="0">
                <a:solidFill>
                  <a:srgbClr val="082A45"/>
                </a:solidFill>
                <a:latin typeface="Inter"/>
                <a:ea typeface="Inter"/>
                <a:cs typeface="Inter"/>
              </a:defRPr>
            </a:pPr>
            <a:r>
              <a:rPr sz="2100" b="0">
                <a:solidFill>
                  <a:srgbClr val="173F52"/>
                </a:solidFill>
                <a:latin typeface="Inter"/>
                <a:cs typeface="Inter"/>
              </a:rPr>
              <a:t>Calendário e orientações de acesso.</a:t>
            </a:r>
            <a:endParaRPr sz="2100"/>
          </a:p>
        </p:txBody>
      </p:sp>
      <p:sp>
        <p:nvSpPr>
          <p:cNvPr id="6" name="capture">
            <a:extLst xmlns:a="http://schemas.openxmlformats.org/drawingml/2006/main">
              <a:ext uri="{FF2B5EF4-FFF2-40B4-BE49-F238E27FC236}">
                <a16:creationId xmlns:a16="http://schemas.microsoft.com/office/drawing/2014/main" id="{31FEC663-E956-49A2-9DA3-B9F1EEDDA411}"/>
              </a:ext>
            </a:extLst>
          </p:cNvPr>
          <p:cNvSpPr>
            <a:spLocks xmlns:a="http://schemas.openxmlformats.org/drawingml/2006/main" noGrp="1"/>
          </p:cNvSpPr>
          <p:nvPr/>
        </p:nvSpPr>
        <p:spPr>
          <a:xfrm xmlns:a="http://schemas.openxmlformats.org/drawingml/2006/main">
            <a:off x="6400800" y="3017520"/>
            <a:ext cx="470916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5E78"/>
                </a:solidFill>
                <a:latin typeface="Inter"/>
                <a:ea typeface="Inter"/>
                <a:cs typeface="Inter"/>
              </a:defRPr>
            </a:defPPr>
            <a:lvl1pPr>
              <a:defRPr sz="1800" b="0">
                <a:solidFill>
                  <a:srgbClr val="245E78"/>
                </a:solidFill>
                <a:latin typeface="Inter"/>
                <a:ea typeface="Inter"/>
                <a:cs typeface="Inter"/>
              </a:defRPr>
            </a:lvl1pPr>
            <a:lvl2pPr>
              <a:defRPr sz="1800" b="0">
                <a:solidFill>
                  <a:srgbClr val="245E78"/>
                </a:solidFill>
                <a:latin typeface="Inter"/>
                <a:ea typeface="Inter"/>
                <a:cs typeface="Inter"/>
              </a:defRPr>
            </a:lvl2pPr>
            <a:lvl3pPr>
              <a:defRPr sz="1800" b="0">
                <a:solidFill>
                  <a:srgbClr val="245E78"/>
                </a:solidFill>
                <a:latin typeface="Inter"/>
                <a:ea typeface="Inter"/>
                <a:cs typeface="Inter"/>
              </a:defRPr>
            </a:lvl3pPr>
            <a:lvl4pPr>
              <a:defRPr sz="1800" b="0">
                <a:solidFill>
                  <a:srgbClr val="245E78"/>
                </a:solidFill>
                <a:latin typeface="Inter"/>
                <a:ea typeface="Inter"/>
                <a:cs typeface="Inter"/>
              </a:defRPr>
            </a:lvl4pPr>
            <a:lvl5pPr>
              <a:defRPr sz="1800" b="0">
                <a:solidFill>
                  <a:srgbClr val="245E78"/>
                </a:solidFill>
                <a:latin typeface="Inter"/>
                <a:ea typeface="Inter"/>
                <a:cs typeface="Inter"/>
              </a:defRPr>
            </a:lvl5pPr>
            <a:lvl6pPr>
              <a:defRPr sz="1800" b="0">
                <a:solidFill>
                  <a:srgbClr val="245E78"/>
                </a:solidFill>
                <a:latin typeface="Inter"/>
                <a:ea typeface="Inter"/>
                <a:cs typeface="Inter"/>
              </a:defRPr>
            </a:lvl6pPr>
            <a:lvl7pPr>
              <a:defRPr sz="1800" b="0">
                <a:solidFill>
                  <a:srgbClr val="245E78"/>
                </a:solidFill>
                <a:latin typeface="Inter"/>
                <a:ea typeface="Inter"/>
                <a:cs typeface="Inter"/>
              </a:defRPr>
            </a:lvl7pPr>
            <a:lvl8pPr>
              <a:defRPr sz="1800" b="0">
                <a:solidFill>
                  <a:srgbClr val="245E78"/>
                </a:solidFill>
                <a:latin typeface="Inter"/>
                <a:ea typeface="Inter"/>
                <a:cs typeface="Inter"/>
              </a:defRPr>
            </a:lvl8pPr>
            <a:lvl9pPr>
              <a:defRPr sz="1800" b="0">
                <a:solidFill>
                  <a:srgbClr val="245E78"/>
                </a:solidFill>
                <a:latin typeface="Inter"/>
                <a:ea typeface="Inter"/>
                <a:cs typeface="Inter"/>
              </a:defRPr>
            </a:lvl9pPr>
          </a:lstStyle>
          <a:p xmlns:a="http://schemas.openxmlformats.org/drawingml/2006/main">
            <a:pPr algn="ctr">
              <a:defRPr sz="1800" b="0">
                <a:solidFill>
                  <a:srgbClr val="245E78"/>
                </a:solidFill>
                <a:latin typeface="Inter"/>
                <a:ea typeface="Inter"/>
                <a:cs typeface="Inter"/>
              </a:defRPr>
            </a:pPr>
            <a:r>
              <a:rPr sz="1300" b="1" spc="150">
                <a:solidFill>
                  <a:srgbClr val="245E78"/>
                </a:solidFill>
                <a:latin typeface="Inter"/>
                <a:cs typeface="Inter"/>
              </a:rPr>
              <a:t>DEMONSTRAÇÃO NA ÁREA DO PARTICIPANTE</a:t>
            </a:r>
            <a:endParaRPr sz="1300"/>
          </a:p>
        </p:txBody>
      </p:sp>
      <p:sp>
        <p:nvSpPr>
          <p:cNvPr id="8" name="number">
            <a:extLst xmlns:a="http://schemas.openxmlformats.org/drawingml/2006/main">
              <a:ext uri="{FF2B5EF4-FFF2-40B4-BE49-F238E27FC236}">
                <a16:creationId xmlns:a16="http://schemas.microsoft.com/office/drawing/2014/main" id="{7A246173-0C98-419F-AE2A-B5E41479F488}"/>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245E78"/>
                </a:solidFill>
                <a:latin typeface="Inter"/>
                <a:ea typeface="Inter"/>
                <a:cs typeface="Inter"/>
              </a:defRPr>
            </a:defPPr>
            <a:lvl1pPr>
              <a:defRPr sz="1125" b="0">
                <a:solidFill>
                  <a:srgbClr val="245E78"/>
                </a:solidFill>
                <a:latin typeface="Inter"/>
                <a:ea typeface="Inter"/>
                <a:cs typeface="Inter"/>
              </a:defRPr>
            </a:lvl1pPr>
            <a:lvl2pPr>
              <a:defRPr sz="1125" b="0">
                <a:solidFill>
                  <a:srgbClr val="245E78"/>
                </a:solidFill>
                <a:latin typeface="Inter"/>
                <a:ea typeface="Inter"/>
                <a:cs typeface="Inter"/>
              </a:defRPr>
            </a:lvl2pPr>
            <a:lvl3pPr>
              <a:defRPr sz="1125" b="0">
                <a:solidFill>
                  <a:srgbClr val="245E78"/>
                </a:solidFill>
                <a:latin typeface="Inter"/>
                <a:ea typeface="Inter"/>
                <a:cs typeface="Inter"/>
              </a:defRPr>
            </a:lvl3pPr>
            <a:lvl4pPr>
              <a:defRPr sz="1125" b="0">
                <a:solidFill>
                  <a:srgbClr val="245E78"/>
                </a:solidFill>
                <a:latin typeface="Inter"/>
                <a:ea typeface="Inter"/>
                <a:cs typeface="Inter"/>
              </a:defRPr>
            </a:lvl4pPr>
            <a:lvl5pPr>
              <a:defRPr sz="1125" b="0">
                <a:solidFill>
                  <a:srgbClr val="245E78"/>
                </a:solidFill>
                <a:latin typeface="Inter"/>
                <a:ea typeface="Inter"/>
                <a:cs typeface="Inter"/>
              </a:defRPr>
            </a:lvl5pPr>
            <a:lvl6pPr>
              <a:defRPr sz="1125" b="0">
                <a:solidFill>
                  <a:srgbClr val="245E78"/>
                </a:solidFill>
                <a:latin typeface="Inter"/>
                <a:ea typeface="Inter"/>
                <a:cs typeface="Inter"/>
              </a:defRPr>
            </a:lvl6pPr>
            <a:lvl7pPr>
              <a:defRPr sz="1125" b="0">
                <a:solidFill>
                  <a:srgbClr val="245E78"/>
                </a:solidFill>
                <a:latin typeface="Inter"/>
                <a:ea typeface="Inter"/>
                <a:cs typeface="Inter"/>
              </a:defRPr>
            </a:lvl7pPr>
            <a:lvl8pPr>
              <a:defRPr sz="1125" b="0">
                <a:solidFill>
                  <a:srgbClr val="245E78"/>
                </a:solidFill>
                <a:latin typeface="Inter"/>
                <a:ea typeface="Inter"/>
                <a:cs typeface="Inter"/>
              </a:defRPr>
            </a:lvl8pPr>
            <a:lvl9pPr>
              <a:defRPr sz="1125" b="0">
                <a:solidFill>
                  <a:srgbClr val="245E78"/>
                </a:solidFill>
                <a:latin typeface="Inter"/>
                <a:ea typeface="Inter"/>
                <a:cs typeface="Inter"/>
              </a:defRPr>
            </a:lvl9pPr>
          </a:lstStyle>
          <a:p xmlns:a="http://schemas.openxmlformats.org/drawingml/2006/main">
            <a:pPr algn="l">
              <a:defRPr sz="1125" b="0">
                <a:solidFill>
                  <a:srgbClr val="245E78"/>
                </a:solidFill>
                <a:latin typeface="Inter"/>
                <a:ea typeface="Inter"/>
                <a:cs typeface="Inter"/>
              </a:defRPr>
            </a:pPr>
            <a:r>
              <a:rPr sz="1100" b="0" spc="100">
                <a:solidFill>
                  <a:srgbClr val="5A6B74"/>
                </a:solidFill>
                <a:latin typeface="Inter"/>
                <a:cs typeface="Inter"/>
              </a:rPr>
              <a:t>09</a:t>
            </a:r>
            <a:endParaRPr sz="1100"/>
          </a:p>
        </p:txBody>
      </p:sp>
    </p:spTree>
    <p:extLst>
      <p:ext uri="{BB962C8B-B14F-4D97-AF65-F5344CB8AC3E}">
        <p14:creationId xmlns:p14="http://schemas.microsoft.com/office/powerpoint/2010/main" val="451269730"/>
      </p:ext>
    </p:extLst>
  </p:cSld>
  <p:transition spd="med">
    <p:fade/>
  </p:transition>
</p:sld>
</file>

<file path=ppt/slides/slide10.xml><?xml version="1.0" encoding="utf-8"?>
<p:sld xmlns:p="http://schemas.openxmlformats.org/presentationml/2006/main">
  <p:cSld>
    <p:bg xmlns:a="http://schemas.openxmlformats.org/drawingml/2006/main">
      <p:bgPr>
        <a:gradFill rotWithShape="1">
          <a:gsLst>
            <a:gs pos="0">
              <a:srgbClr val="245E78"/>
            </a:gs>
            <a:gs pos="45000">
              <a:srgbClr val="173F52"/>
            </a:gs>
            <a:gs pos="100000">
              <a:srgbClr val="082A45"/>
            </a:gs>
          </a:gsLst>
          <a:lin ang="5400000" scaled="0"/>
        </a:gradFill>
        <a:effectLst/>
      </p:bgPr>
    </p:bg>
    <p:spTree>
      <p:nvGrpSpPr>
        <p:cNvPr id="1" name=""/>
        <p:cNvGrpSpPr/>
        <p:nvPr/>
      </p:nvGrpSpPr>
      <p:grpSpPr>
        <a:xfrm xmlns:a="http://schemas.openxmlformats.org/drawingml/2006/main"/>
      </p:grpSpPr>
      <p:cxnSp xmlns:a="http://schemas.openxmlformats.org/drawingml/2006/main">
        <p:nvCxnSpPr>
          <p:cNvPr id="11" name="Connector 10"/>
          <p:cNvCxnSpPr/>
          <p:nvPr/>
        </p:nvCxnSpPr>
        <p:spPr>
          <a:xfrm>
            <a:off x="5532120" y="1874519"/>
            <a:ext cx="0" cy="3108961"/>
          </a:xfrm>
          <a:prstGeom prst="line">
            <a:avLst/>
          </a:prstGeom>
          <a:ln w="12700">
            <a:solidFill>
              <a:srgbClr val="C99A6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Oval 7"/>
          <p:cNvSpPr/>
          <p:nvPr/>
        </p:nvSpPr>
        <p:spPr>
          <a:xfrm>
            <a:off x="5463540" y="1805939"/>
            <a:ext cx="137160" cy="137160"/>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9" name="Oval 8"/>
          <p:cNvSpPr/>
          <p:nvPr/>
        </p:nvSpPr>
        <p:spPr>
          <a:xfrm>
            <a:off x="5481828" y="337870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xmlns:a="http://schemas.openxmlformats.org/drawingml/2006/main">
        <p:nvSpPr>
          <p:cNvPr id="10" name="Oval 9"/>
          <p:cNvSpPr/>
          <p:nvPr/>
        </p:nvSpPr>
        <p:spPr>
          <a:xfrm>
            <a:off x="5481828" y="4933188"/>
            <a:ext cx="100584" cy="100584"/>
          </a:xfrm>
          <a:prstGeom prst="ellipse">
            <a:avLst/>
          </a:prstGeom>
          <a:solidFill>
            <a:srgbClr val="C99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xmlns:a="http://schemas.openxmlformats.org/drawingml/2006/main" xmlns:r="http://schemas.openxmlformats.org/officeDocument/2006/relationships">
        <p:nvPicPr>
          <p:cNvPr id="12" name="Picture 11" descr="sym_gold.png"/>
          <p:cNvPicPr>
            <a:picLocks noChangeAspect="1"/>
          </p:cNvPicPr>
          <p:nvPr/>
        </p:nvPicPr>
        <p:blipFill>
          <a:blip r:embed="rId4"/>
          <a:stretch>
            <a:fillRect/>
          </a:stretch>
        </p:blipFill>
        <p:spPr>
          <a:xfrm>
            <a:off x="11301984" y="6144768"/>
            <a:ext cx="416583" cy="457200"/>
          </a:xfrm>
          <a:prstGeom prst="rect">
            <a:avLst/>
          </a:prstGeom>
        </p:spPr>
      </p:pic>
      <p:sp>
        <p:nvSpPr>
          <p:cNvPr id="2" name="title">
            <a:extLst xmlns:a="http://schemas.openxmlformats.org/drawingml/2006/main">
              <a:ext uri="{FF2B5EF4-FFF2-40B4-BE49-F238E27FC236}">
                <a16:creationId xmlns:a16="http://schemas.microsoft.com/office/drawing/2014/main" id="{CE303773-50E9-40FB-8111-207ADA05AA8C}"/>
              </a:ext>
            </a:extLst>
          </p:cNvPr>
          <p:cNvSpPr>
            <a:spLocks xmlns:a="http://schemas.openxmlformats.org/drawingml/2006/main" noGrp="1"/>
          </p:cNvSpPr>
          <p:nvPr/>
        </p:nvSpPr>
        <p:spPr>
          <a:xfrm xmlns:a="http://schemas.openxmlformats.org/drawingml/2006/main">
            <a:off x="841248" y="822960"/>
            <a:ext cx="4343400" cy="521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F4EFEA"/>
                </a:solidFill>
                <a:latin typeface="Inter"/>
                <a:ea typeface="Inter"/>
                <a:cs typeface="Inter"/>
              </a:defRPr>
            </a:defPPr>
            <a:lvl1pPr>
              <a:defRPr sz="2850" b="1">
                <a:solidFill>
                  <a:srgbClr val="F4EFEA"/>
                </a:solidFill>
                <a:latin typeface="Inter"/>
                <a:ea typeface="Inter"/>
                <a:cs typeface="Inter"/>
              </a:defRPr>
            </a:lvl1pPr>
            <a:lvl2pPr>
              <a:defRPr sz="2850" b="1">
                <a:solidFill>
                  <a:srgbClr val="F4EFEA"/>
                </a:solidFill>
                <a:latin typeface="Inter"/>
                <a:ea typeface="Inter"/>
                <a:cs typeface="Inter"/>
              </a:defRPr>
            </a:lvl2pPr>
            <a:lvl3pPr>
              <a:defRPr sz="2850" b="1">
                <a:solidFill>
                  <a:srgbClr val="F4EFEA"/>
                </a:solidFill>
                <a:latin typeface="Inter"/>
                <a:ea typeface="Inter"/>
                <a:cs typeface="Inter"/>
              </a:defRPr>
            </a:lvl3pPr>
            <a:lvl4pPr>
              <a:defRPr sz="2850" b="1">
                <a:solidFill>
                  <a:srgbClr val="F4EFEA"/>
                </a:solidFill>
                <a:latin typeface="Inter"/>
                <a:ea typeface="Inter"/>
                <a:cs typeface="Inter"/>
              </a:defRPr>
            </a:lvl4pPr>
            <a:lvl5pPr>
              <a:defRPr sz="2850" b="1">
                <a:solidFill>
                  <a:srgbClr val="F4EFEA"/>
                </a:solidFill>
                <a:latin typeface="Inter"/>
                <a:ea typeface="Inter"/>
                <a:cs typeface="Inter"/>
              </a:defRPr>
            </a:lvl5pPr>
            <a:lvl6pPr>
              <a:defRPr sz="2850" b="1">
                <a:solidFill>
                  <a:srgbClr val="F4EFEA"/>
                </a:solidFill>
                <a:latin typeface="Inter"/>
                <a:ea typeface="Inter"/>
                <a:cs typeface="Inter"/>
              </a:defRPr>
            </a:lvl6pPr>
            <a:lvl7pPr>
              <a:defRPr sz="2850" b="1">
                <a:solidFill>
                  <a:srgbClr val="F4EFEA"/>
                </a:solidFill>
                <a:latin typeface="Inter"/>
                <a:ea typeface="Inter"/>
                <a:cs typeface="Inter"/>
              </a:defRPr>
            </a:lvl7pPr>
            <a:lvl8pPr>
              <a:defRPr sz="2850" b="1">
                <a:solidFill>
                  <a:srgbClr val="F4EFEA"/>
                </a:solidFill>
                <a:latin typeface="Inter"/>
                <a:ea typeface="Inter"/>
                <a:cs typeface="Inter"/>
              </a:defRPr>
            </a:lvl8pPr>
            <a:lvl9pPr>
              <a:defRPr sz="2850" b="1">
                <a:solidFill>
                  <a:srgbClr val="F4EFEA"/>
                </a:solidFill>
                <a:latin typeface="Inter"/>
                <a:ea typeface="Inter"/>
                <a:cs typeface="Inter"/>
              </a:defRPr>
            </a:lvl9pPr>
          </a:lstStyle>
          <a:p xmlns:a="http://schemas.openxmlformats.org/drawingml/2006/main">
            <a:pPr algn="l">
              <a:lnSpc>
                <a:spcPct val="95000"/>
              </a:lnSpc>
              <a:defRPr sz="2850" b="1">
                <a:solidFill>
                  <a:srgbClr val="F4EFEA"/>
                </a:solidFill>
                <a:latin typeface="Inter"/>
                <a:ea typeface="Inter"/>
                <a:cs typeface="Inter"/>
              </a:defRPr>
            </a:pPr>
            <a:r>
              <a:rPr sz="4000" b="0">
                <a:solidFill>
                  <a:srgbClr val="FFFFFF"/>
                </a:solidFill>
                <a:latin typeface="EB Garamond"/>
                <a:cs typeface="EB Garamond"/>
              </a:rPr>
              <a:t>Seu primeiro passo</a:t>
            </a:r>
            <a:endParaRPr sz="4000"/>
          </a:p>
        </p:txBody>
      </p:sp>
      <p:sp>
        <p:nvSpPr>
          <p:cNvPr id="3" name="body0">
            <a:extLst xmlns:a="http://schemas.openxmlformats.org/drawingml/2006/main">
              <a:ext uri="{FF2B5EF4-FFF2-40B4-BE49-F238E27FC236}">
                <a16:creationId xmlns:a16="http://schemas.microsoft.com/office/drawing/2014/main" id="{2DA0ADEE-BD20-4594-A65C-AB20D8438FBD}"/>
              </a:ext>
            </a:extLst>
          </p:cNvPr>
          <p:cNvSpPr>
            <a:spLocks xmlns:a="http://schemas.openxmlformats.org/drawingml/2006/main" noGrp="1"/>
          </p:cNvSpPr>
          <p:nvPr/>
        </p:nvSpPr>
        <p:spPr>
          <a:xfrm xmlns:a="http://schemas.openxmlformats.org/drawingml/2006/main">
            <a:off x="5943600" y="109728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F4EFEA"/>
                </a:solidFill>
                <a:latin typeface="Inter"/>
                <a:ea typeface="Inter"/>
                <a:cs typeface="Inter"/>
              </a:defRPr>
            </a:defPPr>
            <a:lvl1pPr>
              <a:defRPr sz="2325" b="0">
                <a:solidFill>
                  <a:srgbClr val="F4EFEA"/>
                </a:solidFill>
                <a:latin typeface="Inter"/>
                <a:ea typeface="Inter"/>
                <a:cs typeface="Inter"/>
              </a:defRPr>
            </a:lvl1pPr>
            <a:lvl2pPr>
              <a:defRPr sz="2325" b="0">
                <a:solidFill>
                  <a:srgbClr val="F4EFEA"/>
                </a:solidFill>
                <a:latin typeface="Inter"/>
                <a:ea typeface="Inter"/>
                <a:cs typeface="Inter"/>
              </a:defRPr>
            </a:lvl2pPr>
            <a:lvl3pPr>
              <a:defRPr sz="2325" b="0">
                <a:solidFill>
                  <a:srgbClr val="F4EFEA"/>
                </a:solidFill>
                <a:latin typeface="Inter"/>
                <a:ea typeface="Inter"/>
                <a:cs typeface="Inter"/>
              </a:defRPr>
            </a:lvl3pPr>
            <a:lvl4pPr>
              <a:defRPr sz="2325" b="0">
                <a:solidFill>
                  <a:srgbClr val="F4EFEA"/>
                </a:solidFill>
                <a:latin typeface="Inter"/>
                <a:ea typeface="Inter"/>
                <a:cs typeface="Inter"/>
              </a:defRPr>
            </a:lvl4pPr>
            <a:lvl5pPr>
              <a:defRPr sz="2325" b="0">
                <a:solidFill>
                  <a:srgbClr val="F4EFEA"/>
                </a:solidFill>
                <a:latin typeface="Inter"/>
                <a:ea typeface="Inter"/>
                <a:cs typeface="Inter"/>
              </a:defRPr>
            </a:lvl5pPr>
            <a:lvl6pPr>
              <a:defRPr sz="2325" b="0">
                <a:solidFill>
                  <a:srgbClr val="F4EFEA"/>
                </a:solidFill>
                <a:latin typeface="Inter"/>
                <a:ea typeface="Inter"/>
                <a:cs typeface="Inter"/>
              </a:defRPr>
            </a:lvl6pPr>
            <a:lvl7pPr>
              <a:defRPr sz="2325" b="0">
                <a:solidFill>
                  <a:srgbClr val="F4EFEA"/>
                </a:solidFill>
                <a:latin typeface="Inter"/>
                <a:ea typeface="Inter"/>
                <a:cs typeface="Inter"/>
              </a:defRPr>
            </a:lvl7pPr>
            <a:lvl8pPr>
              <a:defRPr sz="2325" b="0">
                <a:solidFill>
                  <a:srgbClr val="F4EFEA"/>
                </a:solidFill>
                <a:latin typeface="Inter"/>
                <a:ea typeface="Inter"/>
                <a:cs typeface="Inter"/>
              </a:defRPr>
            </a:lvl8pPr>
            <a:lvl9pPr>
              <a:defRPr sz="2325" b="0">
                <a:solidFill>
                  <a:srgbClr val="F4EFEA"/>
                </a:solidFill>
                <a:latin typeface="Inter"/>
                <a:ea typeface="Inter"/>
                <a:cs typeface="Inter"/>
              </a:defRPr>
            </a:lvl9pPr>
          </a:lstStyle>
          <a:p xmlns:a="http://schemas.openxmlformats.org/drawingml/2006/main">
            <a:pPr algn="l">
              <a:lnSpc>
                <a:spcPct val="118000"/>
              </a:lnSpc>
              <a:spcAft>
                <a:spcPts val="400"/>
              </a:spcAft>
              <a:defRPr sz="2325" b="0">
                <a:solidFill>
                  <a:srgbClr val="F4EFEA"/>
                </a:solidFill>
                <a:latin typeface="Inter"/>
                <a:ea typeface="Inter"/>
                <a:cs typeface="Inter"/>
              </a:defRPr>
            </a:pPr>
            <a:r>
              <a:rPr sz="2300" b="0">
                <a:solidFill>
                  <a:srgbClr val="E9E2D8"/>
                </a:solidFill>
                <a:latin typeface="Inter"/>
                <a:cs typeface="Inter"/>
              </a:rPr>
              <a:t>Escolha um lugar para seus registros.</a:t>
            </a:r>
            <a:endParaRPr sz="2300"/>
          </a:p>
        </p:txBody>
      </p:sp>
      <p:sp>
        <p:nvSpPr>
          <p:cNvPr id="4" name="body1">
            <a:extLst xmlns:a="http://schemas.openxmlformats.org/drawingml/2006/main">
              <a:ext uri="{FF2B5EF4-FFF2-40B4-BE49-F238E27FC236}">
                <a16:creationId xmlns:a16="http://schemas.microsoft.com/office/drawing/2014/main" id="{ED7FEC8B-BEBF-403B-ADA7-A96494087190}"/>
              </a:ext>
            </a:extLst>
          </p:cNvPr>
          <p:cNvSpPr>
            <a:spLocks xmlns:a="http://schemas.openxmlformats.org/drawingml/2006/main" noGrp="1"/>
          </p:cNvSpPr>
          <p:nvPr/>
        </p:nvSpPr>
        <p:spPr>
          <a:xfrm xmlns:a="http://schemas.openxmlformats.org/drawingml/2006/main">
            <a:off x="5943600" y="265176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F4EFEA"/>
                </a:solidFill>
                <a:latin typeface="Inter"/>
                <a:ea typeface="Inter"/>
                <a:cs typeface="Inter"/>
              </a:defRPr>
            </a:defPPr>
            <a:lvl1pPr>
              <a:defRPr sz="2325" b="0">
                <a:solidFill>
                  <a:srgbClr val="F4EFEA"/>
                </a:solidFill>
                <a:latin typeface="Inter"/>
                <a:ea typeface="Inter"/>
                <a:cs typeface="Inter"/>
              </a:defRPr>
            </a:lvl1pPr>
            <a:lvl2pPr>
              <a:defRPr sz="2325" b="0">
                <a:solidFill>
                  <a:srgbClr val="F4EFEA"/>
                </a:solidFill>
                <a:latin typeface="Inter"/>
                <a:ea typeface="Inter"/>
                <a:cs typeface="Inter"/>
              </a:defRPr>
            </a:lvl2pPr>
            <a:lvl3pPr>
              <a:defRPr sz="2325" b="0">
                <a:solidFill>
                  <a:srgbClr val="F4EFEA"/>
                </a:solidFill>
                <a:latin typeface="Inter"/>
                <a:ea typeface="Inter"/>
                <a:cs typeface="Inter"/>
              </a:defRPr>
            </a:lvl3pPr>
            <a:lvl4pPr>
              <a:defRPr sz="2325" b="0">
                <a:solidFill>
                  <a:srgbClr val="F4EFEA"/>
                </a:solidFill>
                <a:latin typeface="Inter"/>
                <a:ea typeface="Inter"/>
                <a:cs typeface="Inter"/>
              </a:defRPr>
            </a:lvl4pPr>
            <a:lvl5pPr>
              <a:defRPr sz="2325" b="0">
                <a:solidFill>
                  <a:srgbClr val="F4EFEA"/>
                </a:solidFill>
                <a:latin typeface="Inter"/>
                <a:ea typeface="Inter"/>
                <a:cs typeface="Inter"/>
              </a:defRPr>
            </a:lvl5pPr>
            <a:lvl6pPr>
              <a:defRPr sz="2325" b="0">
                <a:solidFill>
                  <a:srgbClr val="F4EFEA"/>
                </a:solidFill>
                <a:latin typeface="Inter"/>
                <a:ea typeface="Inter"/>
                <a:cs typeface="Inter"/>
              </a:defRPr>
            </a:lvl6pPr>
            <a:lvl7pPr>
              <a:defRPr sz="2325" b="0">
                <a:solidFill>
                  <a:srgbClr val="F4EFEA"/>
                </a:solidFill>
                <a:latin typeface="Inter"/>
                <a:ea typeface="Inter"/>
                <a:cs typeface="Inter"/>
              </a:defRPr>
            </a:lvl7pPr>
            <a:lvl8pPr>
              <a:defRPr sz="2325" b="0">
                <a:solidFill>
                  <a:srgbClr val="F4EFEA"/>
                </a:solidFill>
                <a:latin typeface="Inter"/>
                <a:ea typeface="Inter"/>
                <a:cs typeface="Inter"/>
              </a:defRPr>
            </a:lvl8pPr>
            <a:lvl9pPr>
              <a:defRPr sz="2325" b="0">
                <a:solidFill>
                  <a:srgbClr val="F4EFEA"/>
                </a:solidFill>
                <a:latin typeface="Inter"/>
                <a:ea typeface="Inter"/>
                <a:cs typeface="Inter"/>
              </a:defRPr>
            </a:lvl9pPr>
          </a:lstStyle>
          <a:p xmlns:a="http://schemas.openxmlformats.org/drawingml/2006/main">
            <a:pPr algn="l">
              <a:lnSpc>
                <a:spcPct val="118000"/>
              </a:lnSpc>
              <a:spcAft>
                <a:spcPts val="400"/>
              </a:spcAft>
              <a:defRPr sz="2325" b="0">
                <a:solidFill>
                  <a:srgbClr val="F4EFEA"/>
                </a:solidFill>
                <a:latin typeface="Inter"/>
                <a:ea typeface="Inter"/>
                <a:cs typeface="Inter"/>
              </a:defRPr>
            </a:pPr>
            <a:r>
              <a:rPr sz="2300" b="0">
                <a:solidFill>
                  <a:srgbClr val="E9E2D8"/>
                </a:solidFill>
                <a:latin typeface="Inter"/>
                <a:cs typeface="Inter"/>
              </a:rPr>
              <a:t>Guarde uma pergunta, se desejar.</a:t>
            </a:r>
            <a:endParaRPr sz="2300"/>
          </a:p>
        </p:txBody>
      </p:sp>
      <p:sp>
        <p:nvSpPr>
          <p:cNvPr id="5" name="body2">
            <a:extLst xmlns:a="http://schemas.openxmlformats.org/drawingml/2006/main">
              <a:ext uri="{FF2B5EF4-FFF2-40B4-BE49-F238E27FC236}">
                <a16:creationId xmlns:a16="http://schemas.microsoft.com/office/drawing/2014/main" id="{814BA2EE-D109-4F3C-95D8-238A0905A00C}"/>
              </a:ext>
            </a:extLst>
          </p:cNvPr>
          <p:cNvSpPr>
            <a:spLocks xmlns:a="http://schemas.openxmlformats.org/drawingml/2006/main" noGrp="1"/>
          </p:cNvSpPr>
          <p:nvPr/>
        </p:nvSpPr>
        <p:spPr>
          <a:xfrm xmlns:a="http://schemas.openxmlformats.org/drawingml/2006/main">
            <a:off x="5943600" y="4206240"/>
            <a:ext cx="5394960" cy="155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325" b="0">
                <a:solidFill>
                  <a:srgbClr val="F4EFEA"/>
                </a:solidFill>
                <a:latin typeface="Inter"/>
                <a:ea typeface="Inter"/>
                <a:cs typeface="Inter"/>
              </a:defRPr>
            </a:defPPr>
            <a:lvl1pPr>
              <a:defRPr sz="2325" b="0">
                <a:solidFill>
                  <a:srgbClr val="F4EFEA"/>
                </a:solidFill>
                <a:latin typeface="Inter"/>
                <a:ea typeface="Inter"/>
                <a:cs typeface="Inter"/>
              </a:defRPr>
            </a:lvl1pPr>
            <a:lvl2pPr>
              <a:defRPr sz="2325" b="0">
                <a:solidFill>
                  <a:srgbClr val="F4EFEA"/>
                </a:solidFill>
                <a:latin typeface="Inter"/>
                <a:ea typeface="Inter"/>
                <a:cs typeface="Inter"/>
              </a:defRPr>
            </a:lvl2pPr>
            <a:lvl3pPr>
              <a:defRPr sz="2325" b="0">
                <a:solidFill>
                  <a:srgbClr val="F4EFEA"/>
                </a:solidFill>
                <a:latin typeface="Inter"/>
                <a:ea typeface="Inter"/>
                <a:cs typeface="Inter"/>
              </a:defRPr>
            </a:lvl3pPr>
            <a:lvl4pPr>
              <a:defRPr sz="2325" b="0">
                <a:solidFill>
                  <a:srgbClr val="F4EFEA"/>
                </a:solidFill>
                <a:latin typeface="Inter"/>
                <a:ea typeface="Inter"/>
                <a:cs typeface="Inter"/>
              </a:defRPr>
            </a:lvl4pPr>
            <a:lvl5pPr>
              <a:defRPr sz="2325" b="0">
                <a:solidFill>
                  <a:srgbClr val="F4EFEA"/>
                </a:solidFill>
                <a:latin typeface="Inter"/>
                <a:ea typeface="Inter"/>
                <a:cs typeface="Inter"/>
              </a:defRPr>
            </a:lvl5pPr>
            <a:lvl6pPr>
              <a:defRPr sz="2325" b="0">
                <a:solidFill>
                  <a:srgbClr val="F4EFEA"/>
                </a:solidFill>
                <a:latin typeface="Inter"/>
                <a:ea typeface="Inter"/>
                <a:cs typeface="Inter"/>
              </a:defRPr>
            </a:lvl6pPr>
            <a:lvl7pPr>
              <a:defRPr sz="2325" b="0">
                <a:solidFill>
                  <a:srgbClr val="F4EFEA"/>
                </a:solidFill>
                <a:latin typeface="Inter"/>
                <a:ea typeface="Inter"/>
                <a:cs typeface="Inter"/>
              </a:defRPr>
            </a:lvl7pPr>
            <a:lvl8pPr>
              <a:defRPr sz="2325" b="0">
                <a:solidFill>
                  <a:srgbClr val="F4EFEA"/>
                </a:solidFill>
                <a:latin typeface="Inter"/>
                <a:ea typeface="Inter"/>
                <a:cs typeface="Inter"/>
              </a:defRPr>
            </a:lvl8pPr>
            <a:lvl9pPr>
              <a:defRPr sz="2325" b="0">
                <a:solidFill>
                  <a:srgbClr val="F4EFEA"/>
                </a:solidFill>
                <a:latin typeface="Inter"/>
                <a:ea typeface="Inter"/>
                <a:cs typeface="Inter"/>
              </a:defRPr>
            </a:lvl9pPr>
          </a:lstStyle>
          <a:p xmlns:a="http://schemas.openxmlformats.org/drawingml/2006/main">
            <a:pPr algn="l">
              <a:lnSpc>
                <a:spcPct val="118000"/>
              </a:lnSpc>
              <a:spcAft>
                <a:spcPts val="400"/>
              </a:spcAft>
              <a:defRPr sz="2325" b="0">
                <a:solidFill>
                  <a:srgbClr val="F4EFEA"/>
                </a:solidFill>
                <a:latin typeface="Inter"/>
                <a:ea typeface="Inter"/>
                <a:cs typeface="Inter"/>
              </a:defRPr>
            </a:pPr>
            <a:r>
              <a:rPr sz="2300" b="1">
                <a:solidFill>
                  <a:srgbClr val="C99A64"/>
                </a:solidFill>
                <a:latin typeface="Inter"/>
                <a:cs typeface="Inter"/>
              </a:rPr>
              <a:t>Na próxima aula</a:t>
            </a:r>
            <a:endParaRPr sz="2300"/>
          </a:p>
          <a:p xmlns:a="http://schemas.openxmlformats.org/drawingml/2006/main">
            <a:pPr algn="l">
              <a:lnSpc>
                <a:spcPct val="118000"/>
              </a:lnSpc>
              <a:spcAft>
                <a:spcPts val="400"/>
              </a:spcAft>
              <a:defRPr sz="2325" b="0">
                <a:solidFill>
                  <a:srgbClr val="F4EFEA"/>
                </a:solidFill>
                <a:latin typeface="Inter"/>
                <a:ea typeface="Inter"/>
                <a:cs typeface="Inter"/>
              </a:defRPr>
            </a:pPr>
            <a:r>
              <a:rPr sz="2300" b="0">
                <a:solidFill>
                  <a:srgbClr val="E9E2D8"/>
                </a:solidFill>
                <a:latin typeface="Inter"/>
                <a:cs typeface="Inter"/>
              </a:rPr>
              <a:t>Um mapa, uma ficha e uma página do guia.</a:t>
            </a:r>
            <a:endParaRPr sz="2300"/>
          </a:p>
        </p:txBody>
      </p:sp>
      <p:sp>
        <p:nvSpPr>
          <p:cNvPr id="7" name="number">
            <a:extLst xmlns:a="http://schemas.openxmlformats.org/drawingml/2006/main">
              <a:ext uri="{FF2B5EF4-FFF2-40B4-BE49-F238E27FC236}">
                <a16:creationId xmlns:a16="http://schemas.microsoft.com/office/drawing/2014/main" id="{730D50FE-7BD5-449D-866A-098A99AC2CD7}"/>
              </a:ext>
            </a:extLst>
          </p:cNvPr>
          <p:cNvSpPr>
            <a:spLocks xmlns:a="http://schemas.openxmlformats.org/drawingml/2006/main" noGrp="1"/>
          </p:cNvSpPr>
          <p:nvPr/>
        </p:nvSpPr>
        <p:spPr>
          <a:xfrm xmlns:a="http://schemas.openxmlformats.org/drawingml/2006/main">
            <a:off x="841248" y="6291072"/>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F4EFEA"/>
                </a:solidFill>
                <a:latin typeface="Inter"/>
                <a:ea typeface="Inter"/>
                <a:cs typeface="Inter"/>
              </a:defRPr>
            </a:defPPr>
            <a:lvl1pPr>
              <a:defRPr sz="1125" b="0">
                <a:solidFill>
                  <a:srgbClr val="F4EFEA"/>
                </a:solidFill>
                <a:latin typeface="Inter"/>
                <a:ea typeface="Inter"/>
                <a:cs typeface="Inter"/>
              </a:defRPr>
            </a:lvl1pPr>
            <a:lvl2pPr>
              <a:defRPr sz="1125" b="0">
                <a:solidFill>
                  <a:srgbClr val="F4EFEA"/>
                </a:solidFill>
                <a:latin typeface="Inter"/>
                <a:ea typeface="Inter"/>
                <a:cs typeface="Inter"/>
              </a:defRPr>
            </a:lvl2pPr>
            <a:lvl3pPr>
              <a:defRPr sz="1125" b="0">
                <a:solidFill>
                  <a:srgbClr val="F4EFEA"/>
                </a:solidFill>
                <a:latin typeface="Inter"/>
                <a:ea typeface="Inter"/>
                <a:cs typeface="Inter"/>
              </a:defRPr>
            </a:lvl3pPr>
            <a:lvl4pPr>
              <a:defRPr sz="1125" b="0">
                <a:solidFill>
                  <a:srgbClr val="F4EFEA"/>
                </a:solidFill>
                <a:latin typeface="Inter"/>
                <a:ea typeface="Inter"/>
                <a:cs typeface="Inter"/>
              </a:defRPr>
            </a:lvl4pPr>
            <a:lvl5pPr>
              <a:defRPr sz="1125" b="0">
                <a:solidFill>
                  <a:srgbClr val="F4EFEA"/>
                </a:solidFill>
                <a:latin typeface="Inter"/>
                <a:ea typeface="Inter"/>
                <a:cs typeface="Inter"/>
              </a:defRPr>
            </a:lvl5pPr>
            <a:lvl6pPr>
              <a:defRPr sz="1125" b="0">
                <a:solidFill>
                  <a:srgbClr val="F4EFEA"/>
                </a:solidFill>
                <a:latin typeface="Inter"/>
                <a:ea typeface="Inter"/>
                <a:cs typeface="Inter"/>
              </a:defRPr>
            </a:lvl6pPr>
            <a:lvl7pPr>
              <a:defRPr sz="1125" b="0">
                <a:solidFill>
                  <a:srgbClr val="F4EFEA"/>
                </a:solidFill>
                <a:latin typeface="Inter"/>
                <a:ea typeface="Inter"/>
                <a:cs typeface="Inter"/>
              </a:defRPr>
            </a:lvl7pPr>
            <a:lvl8pPr>
              <a:defRPr sz="1125" b="0">
                <a:solidFill>
                  <a:srgbClr val="F4EFEA"/>
                </a:solidFill>
                <a:latin typeface="Inter"/>
                <a:ea typeface="Inter"/>
                <a:cs typeface="Inter"/>
              </a:defRPr>
            </a:lvl8pPr>
            <a:lvl9pPr>
              <a:defRPr sz="1125" b="0">
                <a:solidFill>
                  <a:srgbClr val="F4EFEA"/>
                </a:solidFill>
                <a:latin typeface="Inter"/>
                <a:ea typeface="Inter"/>
                <a:cs typeface="Inter"/>
              </a:defRPr>
            </a:lvl9pPr>
          </a:lstStyle>
          <a:p xmlns:a="http://schemas.openxmlformats.org/drawingml/2006/main">
            <a:pPr algn="l">
              <a:defRPr sz="1125" b="0">
                <a:solidFill>
                  <a:srgbClr val="F4EFEA"/>
                </a:solidFill>
                <a:latin typeface="Inter"/>
                <a:ea typeface="Inter"/>
                <a:cs typeface="Inter"/>
              </a:defRPr>
            </a:pPr>
            <a:r>
              <a:rPr sz="1100" b="0" spc="100">
                <a:solidFill>
                  <a:srgbClr val="8FA0AC"/>
                </a:solidFill>
                <a:latin typeface="Inter"/>
                <a:cs typeface="Inter"/>
              </a:rPr>
              <a:t>10</a:t>
            </a:r>
            <a:endParaRPr sz="1100"/>
          </a:p>
        </p:txBody>
      </p:sp>
    </p:spTree>
    <p:extLst>
      <p:ext uri="{BB962C8B-B14F-4D97-AF65-F5344CB8AC3E}">
        <p14:creationId xmlns:p14="http://schemas.microsoft.com/office/powerpoint/2010/main" val="503244845"/>
      </p:ext>
    </p:extLst>
  </p:cSld>
  <p:transition spd="med">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2026-11-01T22:10:35.1950000Z</dcterms:created>
  <dcterms:modified xsi:type="dcterms:W3CDTF">2026-11-01T22:10:35.1950000Z</dcterms:modified>
</coreProperties>
</file>