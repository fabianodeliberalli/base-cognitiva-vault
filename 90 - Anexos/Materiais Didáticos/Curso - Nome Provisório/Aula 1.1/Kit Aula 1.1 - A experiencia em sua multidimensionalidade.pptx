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b3831d95e94d3f" /><Relationship Type="http://schemas.openxmlformats.org/officeDocument/2006/relationships/extended-properties" Target="/docProps/app.xml" Id="Re0380e64f9fa4331" /><Relationship Type="http://schemas.openxmlformats.org/officeDocument/2006/relationships/officeDocument" Target="/ppt/presentation.xml" Id="R78382829df6442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4a16068d0248b4"/>
  </p:sldMasterIdLst>
  <p:notesMasterIdLst>
    <p:notesMasterId xmlns:r="http://schemas.openxmlformats.org/officeDocument/2006/relationships" r:id="R48c83d00d19c42a1"/>
  </p:notesMasterIdLst>
  <p:sldIdLst>
    <p:sldId xmlns:r="http://schemas.openxmlformats.org/officeDocument/2006/relationships" id="256" r:id="R2639537bdf354233"/>
    <p:sldId xmlns:r="http://schemas.openxmlformats.org/officeDocument/2006/relationships" id="257" r:id="Ra33747bfd05445bf"/>
    <p:sldId xmlns:r="http://schemas.openxmlformats.org/officeDocument/2006/relationships" id="258" r:id="Rb22dc34a46ee4ad5"/>
    <p:sldId xmlns:r="http://schemas.openxmlformats.org/officeDocument/2006/relationships" id="259" r:id="R63b2b413960a4304"/>
    <p:sldId xmlns:r="http://schemas.openxmlformats.org/officeDocument/2006/relationships" id="260" r:id="R168725f34c7f4705"/>
    <p:sldId xmlns:r="http://schemas.openxmlformats.org/officeDocument/2006/relationships" id="261" r:id="R050adbc098324dfa"/>
    <p:sldId xmlns:r="http://schemas.openxmlformats.org/officeDocument/2006/relationships" id="262" r:id="R1865fc9584e14312"/>
    <p:sldId xmlns:r="http://schemas.openxmlformats.org/officeDocument/2006/relationships" id="263" r:id="R399e30ce93e347bf"/>
    <p:sldId xmlns:r="http://schemas.openxmlformats.org/officeDocument/2006/relationships" id="264" r:id="Rd9696828ba694f33"/>
    <p:sldId xmlns:r="http://schemas.openxmlformats.org/officeDocument/2006/relationships" id="265" r:id="R8044f901bb404c29"/>
    <p:sldId xmlns:r="http://schemas.openxmlformats.org/officeDocument/2006/relationships" id="266" r:id="R1de6d89eb9864def"/>
    <p:sldId xmlns:r="http://schemas.openxmlformats.org/officeDocument/2006/relationships" id="267" r:id="R22fedc1f75134d15"/>
    <p:sldId xmlns:r="http://schemas.openxmlformats.org/officeDocument/2006/relationships" id="268" r:id="Rb8bbb6e8a0494fb7"/>
    <p:sldId xmlns:r="http://schemas.openxmlformats.org/officeDocument/2006/relationships" id="269" r:id="R4c435d0c3c09480f"/>
    <p:sldId xmlns:r="http://schemas.openxmlformats.org/officeDocument/2006/relationships" id="270" r:id="R29ed22a52b1e4b13"/>
    <p:sldId xmlns:r="http://schemas.openxmlformats.org/officeDocument/2006/relationships" id="271" r:id="R053c96d0074143f9"/>
    <p:sldId xmlns:r="http://schemas.openxmlformats.org/officeDocument/2006/relationships" id="272" r:id="R78058ef3abde4c57"/>
    <p:sldId xmlns:r="http://schemas.openxmlformats.org/officeDocument/2006/relationships" id="273" r:id="R34f8576a39b648e0"/>
    <p:sldId xmlns:r="http://schemas.openxmlformats.org/officeDocument/2006/relationships" id="274" r:id="R40826efd3cc4488f"/>
    <p:sldId xmlns:r="http://schemas.openxmlformats.org/officeDocument/2006/relationships" id="275" r:id="Rc58c5683a1524a0e"/>
    <p:sldId xmlns:r="http://schemas.openxmlformats.org/officeDocument/2006/relationships" id="276" r:id="R148114b91d924a95"/>
    <p:sldId xmlns:r="http://schemas.openxmlformats.org/officeDocument/2006/relationships" id="277" r:id="R7235c6c0543f4d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0e7a11ac624de3" /><Relationship Type="http://schemas.openxmlformats.org/officeDocument/2006/relationships/slideMaster" Target="/ppt/slideMasters/slideMaster1.xml" Id="R904a16068d0248b4" /><Relationship Type="http://schemas.openxmlformats.org/officeDocument/2006/relationships/notesMaster" Target="/ppt/notesMasters/notesMaster1.xml" Id="R48c83d00d19c42a1" /><Relationship Type="http://schemas.openxmlformats.org/officeDocument/2006/relationships/presProps" Target="/ppt/presProps.xml" Id="R6b10c3b982df4466" /><Relationship Type="http://schemas.openxmlformats.org/officeDocument/2006/relationships/tableStyles" Target="/ppt/tableStyles.xml" Id="Rcb85b4e21d834b62" /><Relationship Type="http://schemas.openxmlformats.org/officeDocument/2006/relationships/slide" Target="/ppt/slides/slide1.xml" Id="R2639537bdf354233" /><Relationship Type="http://schemas.openxmlformats.org/officeDocument/2006/relationships/slide" Target="/ppt/slides/slide2.xml" Id="Ra33747bfd05445bf" /><Relationship Type="http://schemas.openxmlformats.org/officeDocument/2006/relationships/slide" Target="/ppt/slides/slide3.xml" Id="Rb22dc34a46ee4ad5" /><Relationship Type="http://schemas.openxmlformats.org/officeDocument/2006/relationships/slide" Target="/ppt/slides/slide4.xml" Id="R63b2b413960a4304" /><Relationship Type="http://schemas.openxmlformats.org/officeDocument/2006/relationships/slide" Target="/ppt/slides/slide5.xml" Id="R168725f34c7f4705" /><Relationship Type="http://schemas.openxmlformats.org/officeDocument/2006/relationships/slide" Target="/ppt/slides/slide6.xml" Id="R050adbc098324dfa" /><Relationship Type="http://schemas.openxmlformats.org/officeDocument/2006/relationships/slide" Target="/ppt/slides/slide7.xml" Id="R1865fc9584e14312" /><Relationship Type="http://schemas.openxmlformats.org/officeDocument/2006/relationships/slide" Target="/ppt/slides/slide8.xml" Id="R399e30ce93e347bf" /><Relationship Type="http://schemas.openxmlformats.org/officeDocument/2006/relationships/slide" Target="/ppt/slides/slide9.xml" Id="Rd9696828ba694f33" /><Relationship Type="http://schemas.openxmlformats.org/officeDocument/2006/relationships/slide" Target="/ppt/slides/slide10.xml" Id="R8044f901bb404c29" /><Relationship Type="http://schemas.openxmlformats.org/officeDocument/2006/relationships/slide" Target="/ppt/slides/slide11.xml" Id="R1de6d89eb9864def" /><Relationship Type="http://schemas.openxmlformats.org/officeDocument/2006/relationships/slide" Target="/ppt/slides/slide12.xml" Id="R22fedc1f75134d15" /><Relationship Type="http://schemas.openxmlformats.org/officeDocument/2006/relationships/slide" Target="/ppt/slides/slide13.xml" Id="Rb8bbb6e8a0494fb7" /><Relationship Type="http://schemas.openxmlformats.org/officeDocument/2006/relationships/slide" Target="/ppt/slides/slide14.xml" Id="R4c435d0c3c09480f" /><Relationship Type="http://schemas.openxmlformats.org/officeDocument/2006/relationships/slide" Target="/ppt/slides/slide15.xml" Id="R29ed22a52b1e4b13" /><Relationship Type="http://schemas.openxmlformats.org/officeDocument/2006/relationships/slide" Target="/ppt/slides/slide16.xml" Id="R053c96d0074143f9" /><Relationship Type="http://schemas.openxmlformats.org/officeDocument/2006/relationships/slide" Target="/ppt/slides/slide17.xml" Id="R78058ef3abde4c57" /><Relationship Type="http://schemas.openxmlformats.org/officeDocument/2006/relationships/slide" Target="/ppt/slides/slide18.xml" Id="R34f8576a39b648e0" /><Relationship Type="http://schemas.openxmlformats.org/officeDocument/2006/relationships/slide" Target="/ppt/slides/slide19.xml" Id="R40826efd3cc4488f" /><Relationship Type="http://schemas.openxmlformats.org/officeDocument/2006/relationships/slide" Target="/ppt/slides/slide20.xml" Id="Rc58c5683a1524a0e" /><Relationship Type="http://schemas.openxmlformats.org/officeDocument/2006/relationships/slide" Target="/ppt/slides/slide21.xml" Id="R148114b91d924a95" /><Relationship Type="http://schemas.openxmlformats.org/officeDocument/2006/relationships/slide" Target="/ppt/slides/slide22.xml" Id="R7235c6c0543f4d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7af6a764834f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904d96f0bd456b" /><Relationship Type="http://schemas.openxmlformats.org/officeDocument/2006/relationships/notesMaster" Target="/ppt/notesMasters/notesMaster1.xml" Id="R63a0652a88cf4c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d008f1fe444c70" /><Relationship Type="http://schemas.openxmlformats.org/officeDocument/2006/relationships/notesMaster" Target="/ppt/notesMasters/notesMaster1.xml" Id="R0df51128dfe045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13919bb7ac4042" /><Relationship Type="http://schemas.openxmlformats.org/officeDocument/2006/relationships/notesMaster" Target="/ppt/notesMasters/notesMaster1.xml" Id="R8f2e913f499c4c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b7867eb9fb4920" /><Relationship Type="http://schemas.openxmlformats.org/officeDocument/2006/relationships/notesMaster" Target="/ppt/notesMasters/notesMaster1.xml" Id="Rd0f15b26ab12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3f31853e06490d" /><Relationship Type="http://schemas.openxmlformats.org/officeDocument/2006/relationships/notesMaster" Target="/ppt/notesMasters/notesMaster1.xml" Id="Rc7ab5877ae374e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4f70fa023f4ef8" /><Relationship Type="http://schemas.openxmlformats.org/officeDocument/2006/relationships/notesMaster" Target="/ppt/notesMasters/notesMaster1.xml" Id="R5642e1648a4c4f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16572c2efa4e91" /><Relationship Type="http://schemas.openxmlformats.org/officeDocument/2006/relationships/notesMaster" Target="/ppt/notesMasters/notesMaster1.xml" Id="Rd806be32b07e4a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3f9b4bb614499c" /><Relationship Type="http://schemas.openxmlformats.org/officeDocument/2006/relationships/notesMaster" Target="/ppt/notesMasters/notesMaster1.xml" Id="R16d88bacfad441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d59e2801324639" /><Relationship Type="http://schemas.openxmlformats.org/officeDocument/2006/relationships/notesMaster" Target="/ppt/notesMasters/notesMaster1.xml" Id="R727d967361aa4d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2fc6cdf0464b76" /><Relationship Type="http://schemas.openxmlformats.org/officeDocument/2006/relationships/notesMaster" Target="/ppt/notesMasters/notesMaster1.xml" Id="R6fe5229cbf1e4f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4ae4f87aa54d7b" /><Relationship Type="http://schemas.openxmlformats.org/officeDocument/2006/relationships/notesMaster" Target="/ppt/notesMasters/notesMaster1.xml" Id="R1e4b858186914c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d6209d220e40de" /><Relationship Type="http://schemas.openxmlformats.org/officeDocument/2006/relationships/notesMaster" Target="/ppt/notesMasters/notesMaster1.xml" Id="R84e40571ca4042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3f95db41a64d34" /><Relationship Type="http://schemas.openxmlformats.org/officeDocument/2006/relationships/notesMaster" Target="/ppt/notesMasters/notesMaster1.xml" Id="R3d2c539579844d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9df9b6fb9b4264" /><Relationship Type="http://schemas.openxmlformats.org/officeDocument/2006/relationships/notesMaster" Target="/ppt/notesMasters/notesMaster1.xml" Id="R37f7beae057f46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00843ccab84be8" /><Relationship Type="http://schemas.openxmlformats.org/officeDocument/2006/relationships/notesMaster" Target="/ppt/notesMasters/notesMaster1.xml" Id="R5c87e6e9d39f42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7d790093824caa" /><Relationship Type="http://schemas.openxmlformats.org/officeDocument/2006/relationships/notesMaster" Target="/ppt/notesMasters/notesMaster1.xml" Id="R00931c65449945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5705c60a6348bb" /><Relationship Type="http://schemas.openxmlformats.org/officeDocument/2006/relationships/notesMaster" Target="/ppt/notesMasters/notesMaster1.xml" Id="Rae3ac82a2a1449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b06a4624754990" /><Relationship Type="http://schemas.openxmlformats.org/officeDocument/2006/relationships/notesMaster" Target="/ppt/notesMasters/notesMaster1.xml" Id="R014b1c4595f84d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e418e92d5040eb" /><Relationship Type="http://schemas.openxmlformats.org/officeDocument/2006/relationships/notesMaster" Target="/ppt/notesMasters/notesMaster1.xml" Id="Ra8a36329eda741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3e16eda19349eb" /><Relationship Type="http://schemas.openxmlformats.org/officeDocument/2006/relationships/notesMaster" Target="/ppt/notesMasters/notesMaster1.xml" Id="R5778391277104f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188b8a57fd449a" /><Relationship Type="http://schemas.openxmlformats.org/officeDocument/2006/relationships/notesMaster" Target="/ppt/notesMasters/notesMaster1.xml" Id="Rc90a4d59cfa344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7cd0f5ea194924" /><Relationship Type="http://schemas.openxmlformats.org/officeDocument/2006/relationships/notesMaster" Target="/ppt/notesMasters/notesMaster1.xml" Id="R48c297197273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964332f3241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1a699061da4805" /><Relationship Type="http://schemas.openxmlformats.org/officeDocument/2006/relationships/slideLayout" Target="/ppt/slideLayouts/slideLayout1.xml" Id="Rb559c5df43ab4e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59c5df43ab4e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c058d8ac14953" /><Relationship Type="http://schemas.openxmlformats.org/officeDocument/2006/relationships/notesSlide" Target="/ppt/notesSlides/notesSlide1.xml" Id="R77511cded1284c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f16bc1882442e" /><Relationship Type="http://schemas.openxmlformats.org/officeDocument/2006/relationships/notesSlide" Target="/ppt/notesSlides/notesSlide2.xml" Id="Ra80772dd50994c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fd2b3b0984c97" /><Relationship Type="http://schemas.openxmlformats.org/officeDocument/2006/relationships/notesSlide" Target="/ppt/notesSlides/notesSlide3.xml" Id="R2a74425541de43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733741d264326" /><Relationship Type="http://schemas.openxmlformats.org/officeDocument/2006/relationships/notesSlide" Target="/ppt/notesSlides/notesSlide4.xml" Id="Rd86036ff47ce47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17e2b1c6f4c2c" /><Relationship Type="http://schemas.openxmlformats.org/officeDocument/2006/relationships/image" Target="/ppt/media/image.png" Id="Rc3565ad7350147c2" /><Relationship Type="http://schemas.openxmlformats.org/officeDocument/2006/relationships/notesSlide" Target="/ppt/notesSlides/notesSlide5.xml" Id="Ra4c84f260c394b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42d5bb0f34f78" /><Relationship Type="http://schemas.openxmlformats.org/officeDocument/2006/relationships/image" Target="/ppt/media/image2.png" Id="Ra05f52ea718244e7" /><Relationship Type="http://schemas.openxmlformats.org/officeDocument/2006/relationships/notesSlide" Target="/ppt/notesSlides/notesSlide6.xml" Id="Rea9434daeaf146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5026f8230405c" /><Relationship Type="http://schemas.openxmlformats.org/officeDocument/2006/relationships/notesSlide" Target="/ppt/notesSlides/notesSlide7.xml" Id="Ref7957df085f4b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97bb93ad84eff" /><Relationship Type="http://schemas.openxmlformats.org/officeDocument/2006/relationships/notesSlide" Target="/ppt/notesSlides/notesSlide8.xml" Id="R720b8cf45bfa4e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da4450dbe44bb" /><Relationship Type="http://schemas.openxmlformats.org/officeDocument/2006/relationships/notesSlide" Target="/ppt/notesSlides/notesSlide9.xml" Id="Raa6785abbea54a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d979dcee44c7d" /><Relationship Type="http://schemas.openxmlformats.org/officeDocument/2006/relationships/notesSlide" Target="/ppt/notesSlides/notesSlide10.xml" Id="Rcd0e186701b54f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d3e85275b4033" /><Relationship Type="http://schemas.openxmlformats.org/officeDocument/2006/relationships/notesSlide" Target="/ppt/notesSlides/notesSlide11.xml" Id="Ra1da2676dee247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83f0b83914c25" /><Relationship Type="http://schemas.openxmlformats.org/officeDocument/2006/relationships/image" Target="/ppt/media/image3.png" Id="R97abf7c1d63d4d1f" /><Relationship Type="http://schemas.openxmlformats.org/officeDocument/2006/relationships/notesSlide" Target="/ppt/notesSlides/notesSlide12.xml" Id="Rb99f03e8cb734a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a642e149f4aa1" /><Relationship Type="http://schemas.openxmlformats.org/officeDocument/2006/relationships/image" Target="/ppt/media/image4.png" Id="Ra2288b6336934a16" /><Relationship Type="http://schemas.openxmlformats.org/officeDocument/2006/relationships/notesSlide" Target="/ppt/notesSlides/notesSlide13.xml" Id="R42d138d58e6e45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b428aba4e4991" /><Relationship Type="http://schemas.openxmlformats.org/officeDocument/2006/relationships/image" Target="/ppt/media/image5.png" Id="Ra8ee16b09e1240d8" /><Relationship Type="http://schemas.openxmlformats.org/officeDocument/2006/relationships/notesSlide" Target="/ppt/notesSlides/notesSlide14.xml" Id="Rc0c5af54ea994a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ecb6cf06d473d" /><Relationship Type="http://schemas.openxmlformats.org/officeDocument/2006/relationships/notesSlide" Target="/ppt/notesSlides/notesSlide15.xml" Id="R15f877a7299a47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cebe6f4de4334" /><Relationship Type="http://schemas.openxmlformats.org/officeDocument/2006/relationships/image" Target="/ppt/media/image6.png" Id="Ra0ace936c8664ce6" /><Relationship Type="http://schemas.openxmlformats.org/officeDocument/2006/relationships/notesSlide" Target="/ppt/notesSlides/notesSlide16.xml" Id="R139d901aa82b43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0591cb35948d9" /><Relationship Type="http://schemas.openxmlformats.org/officeDocument/2006/relationships/notesSlide" Target="/ppt/notesSlides/notesSlide17.xml" Id="R958daea2ba8446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410a0a2304abd" /><Relationship Type="http://schemas.openxmlformats.org/officeDocument/2006/relationships/notesSlide" Target="/ppt/notesSlides/notesSlide18.xml" Id="R4408c857609c43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c910561c545a5" /><Relationship Type="http://schemas.openxmlformats.org/officeDocument/2006/relationships/notesSlide" Target="/ppt/notesSlides/notesSlide19.xml" Id="R81739a520f65467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7f54765e94835" /><Relationship Type="http://schemas.openxmlformats.org/officeDocument/2006/relationships/image" Target="/ppt/media/image7.png" Id="R9eed85a3e17f4adf" /><Relationship Type="http://schemas.openxmlformats.org/officeDocument/2006/relationships/notesSlide" Target="/ppt/notesSlides/notesSlide20.xml" Id="R5367dd8c43754d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727861ec74517" /><Relationship Type="http://schemas.openxmlformats.org/officeDocument/2006/relationships/image" Target="/ppt/media/image8.png" Id="Rf62476398f8c4496" /><Relationship Type="http://schemas.openxmlformats.org/officeDocument/2006/relationships/notesSlide" Target="/ppt/notesSlides/notesSlide21.xml" Id="Rea66c632956348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712f3670e4172" /><Relationship Type="http://schemas.openxmlformats.org/officeDocument/2006/relationships/notesSlide" Target="/ppt/notesSlides/notesSlide22.xml" Id="R02206a36db3a41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2C0A5-54DA-4392-A67E-4CC43308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D59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D59C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D3F3A-1897-4FBA-9217-57069B7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A experiência em sua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multidimensionalidade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DF471-A6F5-41C4-9882-6F8775B9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52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DE9E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9E3"/>
                </a:solidFill>
                <a:latin typeface="Aptos"/>
                <a:ea typeface="Aptos"/>
                <a:cs typeface="Aptos"/>
              </a:rPr>
              <a:t>Sentir, perceber e traduzir antes de explicar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97462-A863-41C8-B93A-2878B668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59C"/>
          </a:solidFill>
          <a:ln xmlns:a="http://schemas.openxmlformats.org/drawingml/2006/main" w="47625">
            <a:solidFill>
              <a:srgbClr val="FFFD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28C36-1E01-4197-B780-3AA9BCA6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VIVIDO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21AB6-09A7-4767-9DE2-6D609A63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289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E3A"/>
                </a:solidFill>
                <a:latin typeface="Aptos"/>
                <a:ea typeface="Aptos"/>
                <a:cs typeface="Aptos"/>
              </a:rPr>
              <a:t>corpo · afeto · sentido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E3A"/>
                </a:solidFill>
                <a:latin typeface="Aptos"/>
                <a:ea typeface="Aptos"/>
                <a:cs typeface="Aptos"/>
              </a:rPr>
              <a:t>relação · escolha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34168-F051-4104-8CAF-0B18B64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D59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D59C"/>
                </a:solidFill>
                <a:latin typeface="Aptos"/>
                <a:ea typeface="Aptos"/>
                <a:cs typeface="Aptos"/>
              </a:rPr>
              <a:t>AULA 1.1</a:t>
            </a:r>
          </a:p>
        </p:txBody>
      </p:sp>
    </p:spTree>
    <p:extLst>
      <p:ext uri="{BB962C8B-B14F-4D97-AF65-F5344CB8AC3E}">
        <p14:creationId xmlns:p14="http://schemas.microsoft.com/office/powerpoint/2010/main" val="21834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B3916-49B8-462E-B22A-092C89EE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8E64C-F398-4B04-828B-1619227B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Antes do significado, a manifestação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ABFB2-4950-4AC7-BD07-6882682E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D0437-2E33-47E2-8CDC-36442C3E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0250"/>
            <a:ext cx="1000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Como isso se manifesta — antes de explicar o que significa?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8AA5B-B2F4-442A-B9CA-B3015BB4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95750"/>
            <a:ext cx="7620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77285-101F-4084-86C5-B0844B8F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6858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Começamos pelo contato com o vivido. A explicação pode esperar.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5E6F6-300D-47D3-BB3B-BBA5AAF9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55BD0-677C-4FD6-A425-F6A4286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0726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401696-B5CE-4674-854F-C26C551B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B06DC-8BE5-465C-95D1-D14339DC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Escolha, ritmo e direito de retorno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AEB9A-BFA4-45C9-AFB0-E76D3EA5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A7AF2-C008-419E-96AB-1EF6326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43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0FBA6-F6A8-4338-8E26-F344C630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Escolha uma experiência leve ou moderada.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2ED74-ED90-4DC3-B2FA-CC832B77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18E93-F83E-4AFD-9290-85DD1E04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Você não precisa expor conteúdo íntimo.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19B2B-2B95-406F-B96B-D59334B1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765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427F2-10AE-4438-9829-0A8EBC5F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Pode pausar, mudar de tema ou ficar no presente.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64E7F-7290-4966-90C4-3500CF36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3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9B786-D860-4E39-9DFF-F4C3CA6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Toda linguagem permanece uma escolha — não uma obrigação.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D407F-8EEF-4B36-98B0-BA4BC007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0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D03F2-DEAD-4B48-8539-D34F15AF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Esta é uma prática educacional, não processamento intensivo.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6BD56-8AB5-478F-8B88-9BAB1240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2D12B-40F5-4BF3-AE09-8775B8FA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Buscar apoio, quando necessário, também é orientação.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22709-222C-4D4A-B29B-495E0C6D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D66D8-F2D9-4664-B147-58F426DA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9734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91F43C-5D5F-4463-B79C-7D53F2E1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D8299-7174-4E4C-84B7-E3231059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O horizonte integral aparece desde o início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92DEB-CBCB-444A-BA7E-09B7515A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2567A-0BC7-4D1B-A7A5-5C99980F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8D59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9D002-34EE-4222-AEDC-61B8D350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81250"/>
            <a:ext cx="923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A experiência humana pode manifestar-se em muitas dimensões; a capacidade de explorá-las cresce ao longo do percurso.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B7D92-D26A-4F8C-8A0F-0E25BBE6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Amplitude sem pressa. Profundidade sem imposição.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DD8D0-5692-40F7-B746-97A5E51B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8001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6518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6518D"/>
                </a:solidFill>
                <a:latin typeface="Aptos"/>
                <a:ea typeface="Aptos"/>
                <a:cs typeface="Aptos"/>
              </a:rPr>
              <a:t>Ver o percurso inteiro não significa precisar vivê-lo todo agora.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BA7B4-59CF-4002-B21F-2A04393C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944BB-7B51-454C-85D9-8515668B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0856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8C5EE-306C-4BFB-80AF-0107D3F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3CB21-5EC1-4601-8CC0-D494E3E8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Uma experiência pode aparecer em várias dimensões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193F5-C9B7-4A9E-99F6-D721BCE4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959E-F14A-4F96-809D-9DAC8DE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7E4DA-867E-4F3C-9EEF-C63C1F7E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Corpo, sensações e ritmos.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3E1C3-89A5-4109-8148-59B658FF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58E65-BA66-41AA-9489-1FD8DCDE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Afetos, imagens, impulsos e narrativas.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1103B-AC09-46B0-9EA6-C8908D0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279FA-E2E0-4991-9C0D-43E68D1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Relações, história, cultura e escolhas.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DF183-85B7-4BC5-A4E5-19278A4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768EB-62D2-4580-8553-B036ACFC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Sentido, ética e espiritualidade — quando fizerem parte do vivido.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1D495-2F59-46E2-90C0-330911C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316DC-5189-45E1-BDDD-C7D3C5BF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65ad7350147c2"/>
          <a:stretch xmlns:a="http://schemas.openxmlformats.org/drawingml/2006/main"/>
        </p:blipFill>
        <p:spPr>
          <a:xfrm xmlns:a="http://schemas.openxmlformats.org/drawingml/2006/main">
            <a:off x="762000" y="1619250"/>
            <a:ext cx="4572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29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8C5EE-306C-4BFB-80AF-0107D3F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3CB21-5EC1-4601-8CC0-D494E3E8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Onze dimensões — um mapa aberto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193F5-C9B7-4A9E-99F6-D721BCE4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959E-F14A-4F96-809D-9DAC8DE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7E4DA-867E-4F3C-9EEF-C63C1F7E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Corporal e sensorial · afetiva e emocional · mental e narrativa.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3E1C3-89A5-4109-8148-59B658FF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58E65-BA66-41AA-9489-1FD8DCDE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Imagética e simbólica · energética e vital · relacional.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1103B-AC09-46B0-9EA6-C8908D0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279FA-E2E0-4991-9C0D-43E68D1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Histórica e biográfica · contextual e cultural.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DF183-85B7-4BC5-A4E5-19278A4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768EB-62D2-4580-8553-B036ACFC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Existencial · ética · espiritual.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1D495-2F59-46E2-90C0-330911C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316DC-5189-45E1-BDDD-C7D3C5BF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f52ea718244e7"/>
          <a:stretch xmlns:a="http://schemas.openxmlformats.org/drawingml/2006/main"/>
        </p:blipFill>
        <p:spPr>
          <a:xfrm xmlns:a="http://schemas.openxmlformats.org/drawingml/2006/main">
            <a:off x="762000" y="1619250"/>
            <a:ext cx="4572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29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79E1C-B366-4F4F-AF4F-642D9A55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A20D3-8AD6-4B5F-B8A2-BCD69A9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O mapa abre possibilidades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6543E-7D28-4E75-8D8E-F7E6C9C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3668C-68AE-4FB8-9C7E-BD6D7851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8D59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E2B1E-4830-4DD2-ABC8-400DCA5D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81250"/>
            <a:ext cx="923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Nenhuma pessoa precisa encontrar conteúdo em todas as dimensões.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3F2F2-0273-44FD-B1B9-257BC59A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Uma dimensão pode estar ausente, silenciosa ou ainda não nomeável.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70329-593D-415C-86AF-369DED0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B8872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B8872B"/>
                </a:solidFill>
                <a:latin typeface="Georgia"/>
                <a:ea typeface="Georgia"/>
                <a:cs typeface="Georgia"/>
              </a:rPr>
              <a:t>O mapa não obriga preenchimentos.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77884-2C35-4570-8C87-E9E58D27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E6800-9315-4F59-95BF-EF49972D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5415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8AF77-7711-4D51-822C-573C2C8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95DA5-DC2A-4C04-B808-C54E946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Uma mensagem breve e ambígua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F70D-C61B-4CC1-9A33-7AC67FB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F3CB6-8047-48B4-B48E-77A269B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CE5C8-EE76-4987-8F58-DF79866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Mensagem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F68A4-75F6-42B9-B064-F33A6B72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“Precisamos conversar depois.”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47612-26AF-4953-929F-1318427C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B4A92-EF74-49BF-BC8C-676E319E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O que aparece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57F53-3DC5-4978-881D-3337C83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Pausa, tensão ou impulso.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32583-EEA7-407C-AA87-80913B2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8DC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205A-533E-4BDB-B0A6-E768910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O que a mente faz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58204-7B67-49B5-861E-2D67F99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“Fiz algo errado?”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0231B-5ECA-40CC-807D-D08248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2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F7C97-7294-4CBC-BF13-7C1A6E6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Próximo passo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9E776-A694-4319-AD32-668391BC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Observar antes de concluir.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B487A-1E0B-4307-AC82-78067EC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Manifestação não é causa. Interpretação não é fato.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F913C-4ACC-412B-BAEE-6365590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C3E2B-2A3F-4B13-8A66-887F8F7E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871243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8AF77-7711-4D51-822C-573C2C8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95DA5-DC2A-4C04-B808-C54E946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Primeiro, corpo e afeto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F70D-C61B-4CC1-9A33-7AC67FB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F3CB6-8047-48B4-B48E-77A269B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CE5C8-EE76-4987-8F58-DF79866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Corpo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F68A4-75F6-42B9-B064-F33A6B72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Respiração muda; ombros ou ventre tensionam.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47612-26AF-4953-929F-1318427C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B4A92-EF74-49BF-BC8C-676E319E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Afeto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57F53-3DC5-4978-881D-3337C83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Apreensão, irritação ou curiosidade.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32583-EEA7-407C-AA87-80913B2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8DC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205A-533E-4BDB-B0A6-E768910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Impulso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58204-7B67-49B5-861E-2D67F99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Responder logo, afastar ou conferir.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0231B-5ECA-40CC-807D-D08248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2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F7C97-7294-4CBC-BF13-7C1A6E6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Atenção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9E776-A694-4319-AD32-668391BC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Onde a experiência pede presença agora?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B487A-1E0B-4307-AC82-78067EC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Reconhecer a manifestação não define sua causa.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F913C-4ACC-412B-BAEE-6365590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C3E2B-2A3F-4B13-8A66-887F8F7E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87124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8AF77-7711-4D51-822C-573C2C8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95DA5-DC2A-4C04-B808-C54E946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Depois, narrativa e imagem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F70D-C61B-4CC1-9A33-7AC67FB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F3CB6-8047-48B4-B48E-77A269B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CE5C8-EE76-4987-8F58-DF79866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Narrativa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F68A4-75F6-42B9-B064-F33A6B72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“Fiz algo errado” é uma leitura — não um fato.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47612-26AF-4953-929F-1318427C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B4A92-EF74-49BF-BC8C-676E319E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Imagem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57F53-3DC5-4978-881D-3337C83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Porta fechada, nó, vazio ou outra forma.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32583-EEA7-407C-AA87-80913B2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8DC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205A-533E-4BDB-B0A6-E768910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Pergunta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58204-7B67-49B5-861E-2D67F99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O que a imagem aproxima do vivido?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0231B-5ECA-40CC-807D-D08248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2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F7C97-7294-4CBC-BF13-7C1A6E6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Cuidado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9E776-A694-4319-AD32-668391BC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O símbolo esclarece ou fecha cedo demais?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B487A-1E0B-4307-AC82-78067EC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Traduzir é organizar provisoriamente — e continuar revisando.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F913C-4ACC-412B-BAEE-6365590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C3E2B-2A3F-4B13-8A66-887F8F7E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71243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8AF77-7711-4D51-822C-573C2C8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95DA5-DC2A-4C04-B808-C54E946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Relação, história e ética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F70D-C61B-4CC1-9A33-7AC67FB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F3CB6-8047-48B4-B48E-77A269B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CE5C8-EE76-4987-8F58-DF79866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Relação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F68A4-75F6-42B9-B064-F33A6B72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Responder, afastar, pedir tempo ou perguntar.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47612-26AF-4953-929F-1318427C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B4A92-EF74-49BF-BC8C-676E319E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História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57F53-3DC5-4978-881D-3337C83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Algo semelhante já aconteceu antes?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32583-EEA7-407C-AA87-80913B2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8DC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205A-533E-4BDB-B0A6-E768910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58204-7B67-49B5-861E-2D67F99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O vínculo e a situação mudam o sentido.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0231B-5ECA-40CC-807D-D08248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2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F7C97-7294-4CBC-BF13-7C1A6E6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Ética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9E776-A694-4319-AD32-668391BC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Qual resposta é coerente sem violentar a si ou ao outro?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B487A-1E0B-4307-AC82-78067EC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A experiência se traduz também por seus efeitos e escolhas.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F913C-4ACC-412B-BAEE-6365590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C3E2B-2A3F-4B13-8A66-887F8F7E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71243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85A5E-051B-4B4F-829A-E37294C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37364-3C7A-4547-B0FE-F7B91D36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Sentir, perceber, observar e traduzir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3DB66-3D88-4E16-BA3B-FF8A062C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E411B-4AE3-4838-96A8-C4646380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38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324D3-D7EC-4421-B000-416E3E04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Sentir: contato imediato com sinais, afetos, imagens ou ressonâncias.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669CA-5CF2-48AF-A049-F264AD31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24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026D1-7720-46B8-A996-0349FF2B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47925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Perceber: uma diferença ganha relevância.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1ED35-E121-402F-84BB-F6E3ED6A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099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12AF5-F33F-4B5A-8EB8-CD4079EA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33725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Observar: sustentar atenção e diferenciar.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33FA0-520D-4C1F-844D-66A56D24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95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3695D-5351-44A8-91AE-F96DEB71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9525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Traduzir: organizar em linguagem provisória e revisável.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3E90E-2C3C-4944-843E-D3834330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815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9644F-36F4-47C1-A42F-37F1D1E2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05325"/>
            <a:ext cx="476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A presença atravessa os quatro gestos — em graus possíveis.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62B16-9A09-4C1A-A005-2348C61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274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2745F"/>
                </a:solidFill>
                <a:latin typeface="Aptos"/>
                <a:ea typeface="Aptos"/>
                <a:cs typeface="Aptos"/>
              </a:rPr>
              <a:t>Sentir não é concluir. Observar não é afastar-se. Traduzir não é fixar.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C326D-6B83-41BB-B3BD-8484A2D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520F9-D6EE-4B76-8825-B44E14FC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bf7c1d63d4d1f"/>
          <a:stretch xmlns:a="http://schemas.openxmlformats.org/drawingml/2006/main"/>
        </p:blipFill>
        <p:spPr>
          <a:xfrm xmlns:a="http://schemas.openxmlformats.org/drawingml/2006/main">
            <a:off x="666750" y="1571625"/>
            <a:ext cx="47625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415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8C5EE-306C-4BFB-80AF-0107D3F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3CB21-5EC1-4601-8CC0-D494E3E8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Semente, Casca e Campo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193F5-C9B7-4A9E-99F6-D721BCE4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959E-F14A-4F96-809D-9DAC8DE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7E4DA-867E-4F3C-9EEF-C63C1F7E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Semente: potência que busca expressão.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3E1C3-89A5-4109-8148-59B658FF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58E65-BA66-41AA-9489-1FD8DCDE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Casca: proteção, limite e forma construída.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1103B-AC09-46B0-9EA6-C8908D0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279FA-E2E0-4991-9C0D-43E68D1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Campo: relações e contextos que participam do vivido.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DF183-85B7-4BC5-A4E5-19278A4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768EB-62D2-4580-8553-B036ACFC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Metáfora de Tradução — não descrição anatômica.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1D495-2F59-46E2-90C0-330911C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316DC-5189-45E1-BDDD-C7D3C5BF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88b6336934a16"/>
          <a:stretch xmlns:a="http://schemas.openxmlformats.org/drawingml/2006/main"/>
        </p:blipFill>
        <p:spPr>
          <a:xfrm xmlns:a="http://schemas.openxmlformats.org/drawingml/2006/main">
            <a:off x="762000" y="1619250"/>
            <a:ext cx="4572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292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8B9C71-4021-4D33-878C-5128EE6E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FEDF2-444D-4E84-8E2A-37AF34FA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Vários mapas — um território humano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BB095-ADD2-4213-B898-B0AB9859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365C8-E070-4ED6-9C9C-427391FA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611C5-9175-431B-A0A4-12F477EE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Um mapa destaca aspectos; nenhum esgota o vivido.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64CCE-3C01-4357-B58B-611A0CF1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C48E2-CD4F-4F23-AA83-18A3CE45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845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Linguagens podem dialogar sem se tornarem equivalentes.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9B8F-C00D-4BEE-A82D-1AD43A74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9FFB2-3E69-4588-8EAE-2037C579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7665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A utilidade depende do contexto, do efeito e do limite.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9B398-8BBA-4454-836E-2B7B285A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FF4A9-4AED-4572-9BFE-2F888247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14850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Nenhuma linguagem deve colonizar as demais.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C6FD1-2082-4709-9D7A-1F2A7180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81625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A pergunta não é “qual mapa vence?”, mas “o que este mapa permite perceber?”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B1E13-341A-446B-AD1F-E2A1EEDD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EA91B-FC9D-41B5-8C3F-BAFB44E2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e16b09e1240d8"/>
          <a:stretch xmlns:a="http://schemas.openxmlformats.org/drawingml/2006/main"/>
        </p:blipFill>
        <p:spPr>
          <a:xfrm xmlns:a="http://schemas.openxmlformats.org/drawingml/2006/main">
            <a:off x="857250" y="1571625"/>
            <a:ext cx="47625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273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71F8CB-23D8-4E38-AE05-EF9B0E0D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1B28-2445-44B1-89B4-5F0B8B3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De que lugar esta afirmação fala?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E8B21-B024-4627-B0E6-5625E971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57601-575A-4625-8816-C49CFFBC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D59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90D44-3E90-4C9B-9AA4-B857CB6E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43100"/>
            <a:ext cx="57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97AAC-C67C-4B6E-83B7-C6281DD7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52625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38"/>
                </a:solidFill>
                <a:latin typeface="Aptos"/>
                <a:ea typeface="Aptos"/>
                <a:cs typeface="Aptos"/>
              </a:rPr>
              <a:t>Experiência vivida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6615B-19C4-4864-9E90-8CF36AFC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9545B-1AF1-4EDC-A5B5-5B37E462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43100"/>
            <a:ext cx="57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37916-CD98-469E-8E7D-562D0114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38"/>
                </a:solidFill>
                <a:latin typeface="Aptos"/>
                <a:ea typeface="Aptos"/>
                <a:cs typeface="Aptos"/>
              </a:rPr>
              <a:t>Símbolo ou metáfora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FF9FE-EB0B-4537-96D6-4D96AE9D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CE5F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0EB8E-9A01-4D92-ABCB-137E2959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28975"/>
            <a:ext cx="57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5B4C5-F682-46AD-8293-F155F73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38"/>
                </a:solidFill>
                <a:latin typeface="Aptos"/>
                <a:ea typeface="Aptos"/>
                <a:cs typeface="Aptos"/>
              </a:rPr>
              <a:t>Ensinamento tradicional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87362-E07F-4C7E-B6CA-F7B36C1C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E2B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4D6D2-0428-472C-BBEA-5CFDC10B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28975"/>
            <a:ext cx="57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FE957-7A86-4BE2-AC28-00F9E2D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38500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38"/>
                </a:solidFill>
                <a:latin typeface="Aptos"/>
                <a:ea typeface="Aptos"/>
                <a:cs typeface="Aptos"/>
              </a:rPr>
              <a:t>Hipótese explicativa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6BB82-99A8-4DF4-858B-4579956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DCF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C0B45-05DF-4A3A-8CE0-52A8A9E3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57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05C46-DE26-4A6B-B0F1-6073DA3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24375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38"/>
                </a:solidFill>
                <a:latin typeface="Aptos"/>
                <a:ea typeface="Aptos"/>
                <a:cs typeface="Aptos"/>
              </a:rPr>
              <a:t>Correlação científica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9BCD0-AD6F-49B0-9287-63797757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CE8D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D3F86-2981-4F9E-8C48-499DA08F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57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98CA0-7DA3-4BDA-BB90-658DDD40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24375"/>
            <a:ext cx="352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3B38"/>
                </a:solidFill>
                <a:latin typeface="Aptos"/>
                <a:ea typeface="Aptos"/>
                <a:cs typeface="Aptos"/>
              </a:rPr>
              <a:t>Horizonte existencial ou espiritual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FE08B-668B-46DC-8D1F-E09A8728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6518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6518D"/>
                </a:solidFill>
                <a:latin typeface="Aptos"/>
                <a:ea typeface="Aptos"/>
                <a:cs typeface="Aptos"/>
              </a:rPr>
              <a:t>Declarar o estatuto preserva pluralidade e critério.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F1B5D-CE42-4E0D-A0D9-373F7D2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99D28-FF3B-46BC-856E-47C5C7A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034405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8C5EE-306C-4BFB-80AF-0107D3F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3CB21-5EC1-4601-8CC0-D494E3E8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Cinco janelas para cartografar a experiência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193F5-C9B7-4A9E-99F6-D721BCE4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959E-F14A-4F96-809D-9DAC8DE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7E4DA-867E-4F3C-9EEF-C63C1F7E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1 · O que se apresenta?  2 · Como se manifesta?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3E1C3-89A5-4109-8148-59B658FF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58E65-BA66-41AA-9489-1FD8DCDE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3 · Como nomeio e interpreto?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1103B-AC09-46B0-9EA6-C8908D0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279FA-E2E0-4991-9C0D-43E68D1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4 · Que mapas e hipóteses utilizo?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DF183-85B7-4BC5-A4E5-19278A4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768EB-62D2-4580-8553-B036ACFC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5 · O que isso produz e solicita agora?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1D495-2F59-46E2-90C0-330911C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316DC-5189-45E1-BDDD-C7D3C5BF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ce936c8664ce6"/>
          <a:stretch xmlns:a="http://schemas.openxmlformats.org/drawingml/2006/main"/>
        </p:blipFill>
        <p:spPr>
          <a:xfrm xmlns:a="http://schemas.openxmlformats.org/drawingml/2006/main">
            <a:off x="762000" y="1619250"/>
            <a:ext cx="4572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292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401696-B5CE-4674-854F-C26C551B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B06DC-8BE5-465C-95D1-D14339DC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Prática — Cartografia Multidimensional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AEB9A-BFA4-45C9-AFB0-E76D3EA5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A7AF2-C008-419E-96AB-1EF6326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43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0FBA6-F6A8-4338-8E26-F344C630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1 · Escolha uma experiência leve ou moderada.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2ED74-ED90-4DC3-B2FA-CC832B77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18E93-F83E-4AFD-9290-85DD1E04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2 · Oriente-se pelo ambiente e pelo apoio do corpo.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19B2B-2B95-406F-B96B-D59334B1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765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427F2-10AE-4438-9829-0A8EBC5F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3 · Percorra uma janela por vez, sem buscar resposta perfeita.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64E7F-7290-4966-90C4-3500CF36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33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9B786-D860-4E39-9DFF-F4C3CA6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4 · Registre palavras, sensações, imagens ou relações.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D407F-8EEF-4B36-98B0-BA4BC007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0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D03F2-DEAD-4B48-8539-D34F15AF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5 · Diferencie manifestação, interpretação e hipótese.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6BD56-8AB5-478F-8B88-9BAB1240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2D12B-40F5-4BF3-AE09-8775B8FA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6 · Pare, mude de tema ou retorne ao presente quando precisar.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22709-222C-4D4A-B29B-495E0C6D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D66D8-F2D9-4664-B147-58F426DA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997340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79E1C-B366-4F4F-AF4F-642D9A55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A20D3-8AD6-4B5F-B8A2-BCD69A9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Uma forma pode aproximar o vivido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6543E-7D28-4E75-8D8E-F7E6C9C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3668C-68AE-4FB8-9C7E-BD6D7851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8D59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E2B1E-4830-4DD2-ABC8-400DCA5D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81250"/>
            <a:ext cx="923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Se for útil, acrescente uma palavra, um traço, uma forma, um símbolo, uma postura, um movimento ou um som.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3F2F2-0273-44FD-B1B9-257BC59A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Não há forma correta — e nenhuma produção precisa ser explicada.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70329-593D-415C-86AF-369DED0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B8872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B8872B"/>
                </a:solidFill>
                <a:latin typeface="Georgia"/>
                <a:ea typeface="Georgia"/>
                <a:cs typeface="Georgia"/>
              </a:rPr>
              <a:t>A expressão abre investigação; não fecha interpretação.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77884-2C35-4570-8C87-E9E58D27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E6800-9315-4F59-95BF-EF49972D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354151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8AF77-7711-4D51-822C-573C2C8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95DA5-DC2A-4C04-B808-C54E946D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Partilhar sem explicar o outro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F70D-C61B-4CC1-9A33-7AC67FB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F3CB6-8047-48B4-B48E-77A269B4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CE5C8-EE76-4987-8F58-DF79866D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Perguntar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F68A4-75F6-42B9-B064-F33A6B72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“O que você percebeu?”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47612-26AF-4953-929F-1318427C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B4A92-EF74-49BF-BC8C-676E319E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90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Refletir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57F53-3DC5-4978-881D-3337C838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47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Devolver palavras que a pessoa utilizou.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32583-EEA7-407C-AA87-80913B2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8DC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205A-533E-4BDB-B0A6-E7689106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Preservar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58204-7B67-49B5-861E-2D67F99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Não aconselhar, diagnosticar ou interpretar.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0231B-5ECA-40CC-807D-D082486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E2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F7C97-7294-4CBC-BF13-7C1A6E6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95725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63E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3E3A"/>
                </a:solidFill>
                <a:latin typeface="Aptos"/>
                <a:ea typeface="Aptos"/>
                <a:cs typeface="Aptos"/>
              </a:rPr>
              <a:t>Escolher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9E776-A694-4319-AD32-668391BC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52925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Compartilhar e escutar são sempre voluntários.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B487A-1E0B-4307-AC82-78067EC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Escuta é presença compartilhada — não posse sobre o sentido do outro.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F913C-4ACC-412B-BAEE-6365590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C3E2B-2A3F-4B13-8A66-887F8F7E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871243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8E81B9-B066-4164-BB4D-8F9812B8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D7366-89C2-4C76-8191-E3C43A51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Integrar: mudanças, recursos e aberturas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582BF-163C-4123-AAEC-3E1F4359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8416D-0DAD-45A2-B8B1-2FABD97E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430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298F6-3BBB-4ADD-A90B-F68CC77E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O que reconheço agora?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45ED7-9451-4752-AB4A-E93DB529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669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FEA77-1020-470E-AA02-138F5D5F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O que permanece aberto ou não nomeável?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21FDC-7DAE-4AE5-A6B1-6B5C7E16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C972D-D1D2-4140-9F02-A7FC4437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14675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Que recurso ficou mais acessível?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4361E-DC65-4E90-A844-A05F8ADA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14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4BEDE-F377-4050-933D-072B7409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38575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Qual pequeno gesto, limite ou conversa importa?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0DBF7-A9BD-42C3-A2E2-18B33A3B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386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6CDA8-0E48-4012-B77F-D19EF24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62475"/>
            <a:ext cx="485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O que aprendo com esta passagem?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0EDFE-8AF3-4B27-B9D1-46A6F2AC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43D5B-E74F-497C-A805-51CA0BB6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d85a3e17f4adf"/>
          <a:stretch xmlns:a="http://schemas.openxmlformats.org/drawingml/2006/main"/>
        </p:blipFill>
        <p:spPr>
          <a:xfrm xmlns:a="http://schemas.openxmlformats.org/drawingml/2006/main">
            <a:off x="619125" y="1524000"/>
            <a:ext cx="4810125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642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8C5EE-306C-4BFB-80AF-0107D3F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3CB21-5EC1-4601-8CC0-D494E3E8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Retorno ao presente — EIXO em movimento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193F5-C9B7-4A9E-99F6-D721BCE4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959E-F14A-4F96-809D-9DAC8DE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7E4DA-867E-4F3C-9EEF-C63C1F7E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Reconheça o ambiente e os apoios disponíveis.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3E1C3-89A5-4109-8148-59B658FF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58E65-BA66-41AA-9489-1FD8DCDE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Permita respiração, postura, som ou movimento espontâneo.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1103B-AC09-46B0-9EA6-C8908D0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279FA-E2E0-4991-9C0D-43E68D1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Nomeie um recurso e o que ainda precisa de tempo.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DF183-85B7-4BC5-A4E5-19278A4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768EB-62D2-4580-8553-B036ACFC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Escolha um pequeno gesto possível — sem promessa de estabilidade contínua.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1D495-2F59-46E2-90C0-330911C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316DC-5189-45E1-BDDD-C7D3C5BF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476398f8c4496"/>
          <a:stretch xmlns:a="http://schemas.openxmlformats.org/drawingml/2006/main"/>
        </p:blipFill>
        <p:spPr>
          <a:xfrm xmlns:a="http://schemas.openxmlformats.org/drawingml/2006/main">
            <a:off x="762000" y="1619250"/>
            <a:ext cx="4572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292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8BA8D-DC75-4DB2-B708-D4A221CE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TRADUZINDO O SER HUMANO · AULA 1.1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4BD7E-73C8-46C6-BE93-14F9B64B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066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Tradução e EIXO se fortalecem em relação circular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FD103-AD47-45DB-9AEB-6B7CA340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692B9-50B7-42EA-9653-79CFFC2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09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E8D59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FC214-275D-42C1-9B1B-A87E8DA7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81250"/>
            <a:ext cx="9239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3E3A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63E3A"/>
                </a:solidFill>
                <a:latin typeface="Georgia"/>
                <a:ea typeface="Georgia"/>
                <a:cs typeface="Georgia"/>
              </a:rPr>
              <a:t>Algum EIXO favorece a Tradução; traduzir pode fortalecer o EIXO.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76BC2-6AF9-46C5-8C51-F589143F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10125"/>
            <a:ext cx="962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43B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38"/>
                </a:solidFill>
                <a:latin typeface="Aptos"/>
                <a:ea typeface="Aptos"/>
                <a:cs typeface="Aptos"/>
              </a:rPr>
              <a:t>A Tradução organiza o vivido. O EIXO amplia a capacidade de permanecer, retornar, escolher e aprender.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11FAA-E167-4B2E-AB69-638E7737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055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Próxima aula · Do vivido à Tradução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1970B-0508-478F-BC15-1795AD1A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D696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5"/>
                </a:solidFill>
                <a:latin typeface="Aptos"/>
                <a:ea typeface="Aptos"/>
                <a:cs typeface="Aptos"/>
              </a:rPr>
              <a:t>Traduzindo o Ser Humano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5C45F-F8B8-4BFB-B296-685F5EC3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87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872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06468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2026-07-21T01:58:28.9220000Z</dcterms:created>
  <dcterms:modified xsi:type="dcterms:W3CDTF">2026-07-21T01:58:28.9220000Z</dcterms:modified>
</coreProperties>
</file>